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  <p:sldMasterId id="2147483657" r:id="rId5"/>
  </p:sldMasterIdLst>
  <p:notesMasterIdLst>
    <p:notesMasterId r:id="rId11"/>
  </p:notesMasterIdLst>
  <p:handoutMasterIdLst>
    <p:handoutMasterId r:id="rId12"/>
  </p:handoutMasterIdLst>
  <p:sldIdLst>
    <p:sldId id="331" r:id="rId6"/>
    <p:sldId id="344" r:id="rId7"/>
    <p:sldId id="345" r:id="rId8"/>
    <p:sldId id="347" r:id="rId9"/>
    <p:sldId id="268" r:id="rId10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18288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000" b="0" i="0" u="none" strike="noStrike" cap="none" spc="-150" normalizeH="0" baseline="0">
        <a:ln>
          <a:noFill/>
        </a:ln>
        <a:solidFill>
          <a:srgbClr val="535353"/>
        </a:solidFill>
        <a:effectLst/>
        <a:uFillTx/>
        <a:latin typeface="Open Sans Light"/>
        <a:ea typeface="Open Sans Light"/>
        <a:cs typeface="Open Sans Light"/>
        <a:sym typeface="Open Sans Light"/>
      </a:defRPr>
    </a:lvl1pPr>
    <a:lvl2pPr marL="0" marR="0" indent="457200" algn="l" defTabSz="18288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000" b="0" i="0" u="none" strike="noStrike" cap="none" spc="-150" normalizeH="0" baseline="0">
        <a:ln>
          <a:noFill/>
        </a:ln>
        <a:solidFill>
          <a:srgbClr val="535353"/>
        </a:solidFill>
        <a:effectLst/>
        <a:uFillTx/>
        <a:latin typeface="Open Sans Light"/>
        <a:ea typeface="Open Sans Light"/>
        <a:cs typeface="Open Sans Light"/>
        <a:sym typeface="Open Sans Light"/>
      </a:defRPr>
    </a:lvl2pPr>
    <a:lvl3pPr marL="0" marR="0" indent="914400" algn="l" defTabSz="18288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000" b="0" i="0" u="none" strike="noStrike" cap="none" spc="-150" normalizeH="0" baseline="0">
        <a:ln>
          <a:noFill/>
        </a:ln>
        <a:solidFill>
          <a:srgbClr val="535353"/>
        </a:solidFill>
        <a:effectLst/>
        <a:uFillTx/>
        <a:latin typeface="Open Sans Light"/>
        <a:ea typeface="Open Sans Light"/>
        <a:cs typeface="Open Sans Light"/>
        <a:sym typeface="Open Sans Light"/>
      </a:defRPr>
    </a:lvl3pPr>
    <a:lvl4pPr marL="0" marR="0" indent="1371600" algn="l" defTabSz="18288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000" b="0" i="0" u="none" strike="noStrike" cap="none" spc="-150" normalizeH="0" baseline="0">
        <a:ln>
          <a:noFill/>
        </a:ln>
        <a:solidFill>
          <a:srgbClr val="535353"/>
        </a:solidFill>
        <a:effectLst/>
        <a:uFillTx/>
        <a:latin typeface="Open Sans Light"/>
        <a:ea typeface="Open Sans Light"/>
        <a:cs typeface="Open Sans Light"/>
        <a:sym typeface="Open Sans Light"/>
      </a:defRPr>
    </a:lvl4pPr>
    <a:lvl5pPr marL="0" marR="0" indent="1828800" algn="l" defTabSz="18288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000" b="0" i="0" u="none" strike="noStrike" cap="none" spc="-150" normalizeH="0" baseline="0">
        <a:ln>
          <a:noFill/>
        </a:ln>
        <a:solidFill>
          <a:srgbClr val="535353"/>
        </a:solidFill>
        <a:effectLst/>
        <a:uFillTx/>
        <a:latin typeface="Open Sans Light"/>
        <a:ea typeface="Open Sans Light"/>
        <a:cs typeface="Open Sans Light"/>
        <a:sym typeface="Open Sans Light"/>
      </a:defRPr>
    </a:lvl5pPr>
    <a:lvl6pPr marL="0" marR="0" indent="2286000" algn="l" defTabSz="18288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000" b="0" i="0" u="none" strike="noStrike" cap="none" spc="-150" normalizeH="0" baseline="0">
        <a:ln>
          <a:noFill/>
        </a:ln>
        <a:solidFill>
          <a:srgbClr val="535353"/>
        </a:solidFill>
        <a:effectLst/>
        <a:uFillTx/>
        <a:latin typeface="Open Sans Light"/>
        <a:ea typeface="Open Sans Light"/>
        <a:cs typeface="Open Sans Light"/>
        <a:sym typeface="Open Sans Light"/>
      </a:defRPr>
    </a:lvl6pPr>
    <a:lvl7pPr marL="0" marR="0" indent="2743200" algn="l" defTabSz="18288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000" b="0" i="0" u="none" strike="noStrike" cap="none" spc="-150" normalizeH="0" baseline="0">
        <a:ln>
          <a:noFill/>
        </a:ln>
        <a:solidFill>
          <a:srgbClr val="535353"/>
        </a:solidFill>
        <a:effectLst/>
        <a:uFillTx/>
        <a:latin typeface="Open Sans Light"/>
        <a:ea typeface="Open Sans Light"/>
        <a:cs typeface="Open Sans Light"/>
        <a:sym typeface="Open Sans Light"/>
      </a:defRPr>
    </a:lvl7pPr>
    <a:lvl8pPr marL="0" marR="0" indent="3200400" algn="l" defTabSz="18288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000" b="0" i="0" u="none" strike="noStrike" cap="none" spc="-150" normalizeH="0" baseline="0">
        <a:ln>
          <a:noFill/>
        </a:ln>
        <a:solidFill>
          <a:srgbClr val="535353"/>
        </a:solidFill>
        <a:effectLst/>
        <a:uFillTx/>
        <a:latin typeface="Open Sans Light"/>
        <a:ea typeface="Open Sans Light"/>
        <a:cs typeface="Open Sans Light"/>
        <a:sym typeface="Open Sans Light"/>
      </a:defRPr>
    </a:lvl8pPr>
    <a:lvl9pPr marL="0" marR="0" indent="3657600" algn="l" defTabSz="18288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000" b="0" i="0" u="none" strike="noStrike" cap="none" spc="-150" normalizeH="0" baseline="0">
        <a:ln>
          <a:noFill/>
        </a:ln>
        <a:solidFill>
          <a:srgbClr val="535353"/>
        </a:solidFill>
        <a:effectLst/>
        <a:uFillTx/>
        <a:latin typeface="Open Sans Light"/>
        <a:ea typeface="Open Sans Light"/>
        <a:cs typeface="Open Sans Light"/>
        <a:sym typeface="Open Sans Light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Catherine Díaz Olivos" initials="CDO" lastIdx="8" clrIdx="0">
    <p:extLst>
      <p:ext uri="{19B8F6BF-5375-455C-9EA6-DF929625EA0E}">
        <p15:presenceInfo xmlns:p15="http://schemas.microsoft.com/office/powerpoint/2012/main" userId="S-1-5-21-1538672992-175319928-926709054-182580" providerId="AD"/>
      </p:ext>
    </p:extLst>
  </p:cmAuthor>
  <p:cmAuthor id="2" name="Karoll Labrín Bórquez" initials="KLB" lastIdx="1" clrIdx="1">
    <p:extLst>
      <p:ext uri="{19B8F6BF-5375-455C-9EA6-DF929625EA0E}">
        <p15:presenceInfo xmlns:p15="http://schemas.microsoft.com/office/powerpoint/2012/main" userId="S-1-5-21-1538672992-175319928-926709054-194227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80000"/>
    <a:srgbClr val="777777"/>
    <a:srgbClr val="E80E0E"/>
    <a:srgbClr val="CC0000"/>
    <a:srgbClr val="F6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8F44A2F1-9E1F-4B54-A3A2-5F16C0AD49E2}" styleName="">
    <a:tblBg/>
    <a:wholeTbl>
      <a:tcTxStyle b="off" i="off">
        <a:font>
          <a:latin typeface="Open Sans Light"/>
          <a:ea typeface="Open Sans Light"/>
          <a:cs typeface="Open Sans Light"/>
        </a:font>
        <a:srgbClr val="000000"/>
      </a:tcTxStyle>
      <a:tcStyle>
        <a:tcBdr>
          <a:left>
            <a:ln w="25400" cap="flat">
              <a:solidFill>
                <a:srgbClr val="FFFFFF"/>
              </a:solidFill>
              <a:prstDash val="solid"/>
              <a:round/>
            </a:ln>
          </a:left>
          <a:right>
            <a:ln w="25400" cap="flat">
              <a:solidFill>
                <a:srgbClr val="FFFFFF"/>
              </a:solidFill>
              <a:prstDash val="solid"/>
              <a:round/>
            </a:ln>
          </a:right>
          <a:top>
            <a:ln w="25400" cap="flat">
              <a:solidFill>
                <a:srgbClr val="FFFFFF"/>
              </a:solidFill>
              <a:prstDash val="solid"/>
              <a:round/>
            </a:ln>
          </a:top>
          <a:bottom>
            <a:ln w="25400" cap="flat">
              <a:solidFill>
                <a:srgbClr val="FFFFFF"/>
              </a:solidFill>
              <a:prstDash val="solid"/>
              <a:round/>
            </a:ln>
          </a:bottom>
          <a:insideH>
            <a:ln w="25400" cap="flat">
              <a:solidFill>
                <a:srgbClr val="FFFFFF"/>
              </a:solidFill>
              <a:prstDash val="solid"/>
              <a:round/>
            </a:ln>
          </a:insideH>
          <a:insideV>
            <a:ln w="254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EBEBEB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25400" cap="flat">
              <a:solidFill>
                <a:srgbClr val="FFFFFF"/>
              </a:solidFill>
              <a:prstDash val="solid"/>
              <a:round/>
            </a:ln>
          </a:left>
          <a:right>
            <a:ln w="25400" cap="flat">
              <a:solidFill>
                <a:srgbClr val="FFFFFF"/>
              </a:solidFill>
              <a:prstDash val="solid"/>
              <a:round/>
            </a:ln>
          </a:right>
          <a:top>
            <a:ln w="25400" cap="flat">
              <a:solidFill>
                <a:srgbClr val="FFFFFF"/>
              </a:solidFill>
              <a:prstDash val="solid"/>
              <a:round/>
            </a:ln>
          </a:top>
          <a:bottom>
            <a:ln w="25400" cap="flat">
              <a:solidFill>
                <a:srgbClr val="FFFFFF"/>
              </a:solidFill>
              <a:prstDash val="solid"/>
              <a:round/>
            </a:ln>
          </a:bottom>
          <a:insideH>
            <a:ln w="25400" cap="flat">
              <a:solidFill>
                <a:srgbClr val="FFFFFF"/>
              </a:solidFill>
              <a:prstDash val="solid"/>
              <a:round/>
            </a:ln>
          </a:insideH>
          <a:insideV>
            <a:ln w="254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25400" cap="flat">
              <a:solidFill>
                <a:srgbClr val="FFFFFF"/>
              </a:solidFill>
              <a:prstDash val="solid"/>
              <a:round/>
            </a:ln>
          </a:left>
          <a:right>
            <a:ln w="25400" cap="flat">
              <a:solidFill>
                <a:srgbClr val="FFFFFF"/>
              </a:solidFill>
              <a:prstDash val="solid"/>
              <a:round/>
            </a:ln>
          </a:right>
          <a:top>
            <a:ln w="76200" cap="flat">
              <a:solidFill>
                <a:srgbClr val="FFFFFF"/>
              </a:solidFill>
              <a:prstDash val="solid"/>
              <a:round/>
            </a:ln>
          </a:top>
          <a:bottom>
            <a:ln w="25400" cap="flat">
              <a:solidFill>
                <a:srgbClr val="FFFFFF"/>
              </a:solidFill>
              <a:prstDash val="solid"/>
              <a:round/>
            </a:ln>
          </a:bottom>
          <a:insideH>
            <a:ln w="25400" cap="flat">
              <a:solidFill>
                <a:srgbClr val="FFFFFF"/>
              </a:solidFill>
              <a:prstDash val="solid"/>
              <a:round/>
            </a:ln>
          </a:insideH>
          <a:insideV>
            <a:ln w="254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25400" cap="flat">
              <a:solidFill>
                <a:srgbClr val="FFFFFF"/>
              </a:solidFill>
              <a:prstDash val="solid"/>
              <a:round/>
            </a:ln>
          </a:left>
          <a:right>
            <a:ln w="25400" cap="flat">
              <a:solidFill>
                <a:srgbClr val="FFFFFF"/>
              </a:solidFill>
              <a:prstDash val="solid"/>
              <a:round/>
            </a:ln>
          </a:right>
          <a:top>
            <a:ln w="25400" cap="flat">
              <a:solidFill>
                <a:srgbClr val="FFFFFF"/>
              </a:solidFill>
              <a:prstDash val="solid"/>
              <a:round/>
            </a:ln>
          </a:top>
          <a:bottom>
            <a:ln w="76200" cap="flat">
              <a:solidFill>
                <a:srgbClr val="FFFFFF"/>
              </a:solidFill>
              <a:prstDash val="solid"/>
              <a:round/>
            </a:ln>
          </a:bottom>
          <a:insideH>
            <a:ln w="25400" cap="flat">
              <a:solidFill>
                <a:srgbClr val="FFFFFF"/>
              </a:solidFill>
              <a:prstDash val="solid"/>
              <a:round/>
            </a:ln>
          </a:insideH>
          <a:insideV>
            <a:ln w="254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F2427"/>
          </a:solidFill>
        </a:fill>
      </a:tcStyle>
    </a:firstRow>
  </a:tblStyle>
  <a:tblStyle styleId="{F5AB1C69-6EDB-4FF4-983F-18BD219EF322}" styleName="Estilo medio 2 - Énfasis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1" d="100"/>
          <a:sy n="51" d="100"/>
        </p:scale>
        <p:origin x="87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6" d="100"/>
          <a:sy n="56" d="100"/>
        </p:scale>
        <p:origin x="2856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commentAuthors" Target="commentAuthors.xml"/><Relationship Id="rId18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handoutMaster" Target="handoutMasters/handout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notesMaster" Target="notesMasters/notesMaster1.xml"/><Relationship Id="rId5" Type="http://schemas.openxmlformats.org/officeDocument/2006/relationships/slideMaster" Target="slideMasters/slideMaster2.xml"/><Relationship Id="rId15" Type="http://schemas.openxmlformats.org/officeDocument/2006/relationships/viewProps" Target="viewProps.xml"/><Relationship Id="rId10" Type="http://schemas.openxmlformats.org/officeDocument/2006/relationships/slide" Target="slides/slide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laudia Pavez Galleguillos" userId="499426bc-f81f-40fa-ac62-1da647a8d4c7" providerId="ADAL" clId="{FFC5AB17-9565-4480-9DFD-4B865B75B8F7}"/>
    <pc:docChg chg="modSld">
      <pc:chgData name="Claudia Pavez Galleguillos" userId="499426bc-f81f-40fa-ac62-1da647a8d4c7" providerId="ADAL" clId="{FFC5AB17-9565-4480-9DFD-4B865B75B8F7}" dt="2024-06-07T12:18:29.340" v="4" actId="207"/>
      <pc:docMkLst>
        <pc:docMk/>
      </pc:docMkLst>
      <pc:sldChg chg="modSp mod">
        <pc:chgData name="Claudia Pavez Galleguillos" userId="499426bc-f81f-40fa-ac62-1da647a8d4c7" providerId="ADAL" clId="{FFC5AB17-9565-4480-9DFD-4B865B75B8F7}" dt="2024-06-07T12:18:22.913" v="3" actId="207"/>
        <pc:sldMkLst>
          <pc:docMk/>
          <pc:sldMk cId="3542011336" sldId="331"/>
        </pc:sldMkLst>
        <pc:spChg chg="mod">
          <ac:chgData name="Claudia Pavez Galleguillos" userId="499426bc-f81f-40fa-ac62-1da647a8d4c7" providerId="ADAL" clId="{FFC5AB17-9565-4480-9DFD-4B865B75B8F7}" dt="2024-06-07T12:18:14.039" v="1" actId="207"/>
          <ac:spMkLst>
            <pc:docMk/>
            <pc:sldMk cId="3542011336" sldId="331"/>
            <ac:spMk id="2" creationId="{83C38FF6-4F02-1B45-CFB6-3844DFED8E15}"/>
          </ac:spMkLst>
        </pc:spChg>
        <pc:spChg chg="mod">
          <ac:chgData name="Claudia Pavez Galleguillos" userId="499426bc-f81f-40fa-ac62-1da647a8d4c7" providerId="ADAL" clId="{FFC5AB17-9565-4480-9DFD-4B865B75B8F7}" dt="2024-06-07T12:18:22.913" v="3" actId="207"/>
          <ac:spMkLst>
            <pc:docMk/>
            <pc:sldMk cId="3542011336" sldId="331"/>
            <ac:spMk id="3" creationId="{AF7E6727-5FAD-6846-C102-FFC0D6D38C8B}"/>
          </ac:spMkLst>
        </pc:spChg>
        <pc:spChg chg="mod">
          <ac:chgData name="Claudia Pavez Galleguillos" userId="499426bc-f81f-40fa-ac62-1da647a8d4c7" providerId="ADAL" clId="{FFC5AB17-9565-4480-9DFD-4B865B75B8F7}" dt="2024-06-07T12:18:18.099" v="2" actId="207"/>
          <ac:spMkLst>
            <pc:docMk/>
            <pc:sldMk cId="3542011336" sldId="331"/>
            <ac:spMk id="4" creationId="{00000000-0000-0000-0000-000000000000}"/>
          </ac:spMkLst>
        </pc:spChg>
        <pc:spChg chg="mod">
          <ac:chgData name="Claudia Pavez Galleguillos" userId="499426bc-f81f-40fa-ac62-1da647a8d4c7" providerId="ADAL" clId="{FFC5AB17-9565-4480-9DFD-4B865B75B8F7}" dt="2024-06-07T12:18:08.458" v="0" actId="207"/>
          <ac:spMkLst>
            <pc:docMk/>
            <pc:sldMk cId="3542011336" sldId="331"/>
            <ac:spMk id="173" creationId="{00000000-0000-0000-0000-000000000000}"/>
          </ac:spMkLst>
        </pc:spChg>
      </pc:sldChg>
      <pc:sldChg chg="modSp mod">
        <pc:chgData name="Claudia Pavez Galleguillos" userId="499426bc-f81f-40fa-ac62-1da647a8d4c7" providerId="ADAL" clId="{FFC5AB17-9565-4480-9DFD-4B865B75B8F7}" dt="2024-06-07T12:18:29.340" v="4" actId="207"/>
        <pc:sldMkLst>
          <pc:docMk/>
          <pc:sldMk cId="1219294934" sldId="344"/>
        </pc:sldMkLst>
        <pc:spChg chg="mod">
          <ac:chgData name="Claudia Pavez Galleguillos" userId="499426bc-f81f-40fa-ac62-1da647a8d4c7" providerId="ADAL" clId="{FFC5AB17-9565-4480-9DFD-4B865B75B8F7}" dt="2024-06-07T12:18:29.340" v="4" actId="207"/>
          <ac:spMkLst>
            <pc:docMk/>
            <pc:sldMk cId="1219294934" sldId="344"/>
            <ac:spMk id="2" creationId="{772962A6-61E8-DA6E-ABEF-4116C2E35E7F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Marcador de fech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CC8FCBC-C477-4D6D-828A-7941D2A76A08}" type="datetimeFigureOut">
              <a:rPr lang="es-CL" smtClean="0"/>
              <a:t>07-06-2024</a:t>
            </a:fld>
            <a:endParaRPr lang="es-CL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E51E7FB-0083-49AB-B567-A46CBFCFAB10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04694638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Shape 147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48" name="Shape 148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1828800" latinLnBrk="0">
      <a:defRPr sz="2400">
        <a:latin typeface="+mn-lt"/>
        <a:ea typeface="+mn-ea"/>
        <a:cs typeface="+mn-cs"/>
        <a:sym typeface="Open Sans"/>
      </a:defRPr>
    </a:lvl1pPr>
    <a:lvl2pPr indent="228600" defTabSz="1828800" latinLnBrk="0">
      <a:defRPr sz="2400">
        <a:latin typeface="+mn-lt"/>
        <a:ea typeface="+mn-ea"/>
        <a:cs typeface="+mn-cs"/>
        <a:sym typeface="Open Sans"/>
      </a:defRPr>
    </a:lvl2pPr>
    <a:lvl3pPr indent="457200" defTabSz="1828800" latinLnBrk="0">
      <a:defRPr sz="2400">
        <a:latin typeface="+mn-lt"/>
        <a:ea typeface="+mn-ea"/>
        <a:cs typeface="+mn-cs"/>
        <a:sym typeface="Open Sans"/>
      </a:defRPr>
    </a:lvl3pPr>
    <a:lvl4pPr indent="685800" defTabSz="1828800" latinLnBrk="0">
      <a:defRPr sz="2400">
        <a:latin typeface="+mn-lt"/>
        <a:ea typeface="+mn-ea"/>
        <a:cs typeface="+mn-cs"/>
        <a:sym typeface="Open Sans"/>
      </a:defRPr>
    </a:lvl4pPr>
    <a:lvl5pPr indent="914400" defTabSz="1828800" latinLnBrk="0">
      <a:defRPr sz="2400">
        <a:latin typeface="+mn-lt"/>
        <a:ea typeface="+mn-ea"/>
        <a:cs typeface="+mn-cs"/>
        <a:sym typeface="Open Sans"/>
      </a:defRPr>
    </a:lvl5pPr>
    <a:lvl6pPr indent="1143000" defTabSz="1828800" latinLnBrk="0">
      <a:defRPr sz="2400">
        <a:latin typeface="+mn-lt"/>
        <a:ea typeface="+mn-ea"/>
        <a:cs typeface="+mn-cs"/>
        <a:sym typeface="Open Sans"/>
      </a:defRPr>
    </a:lvl6pPr>
    <a:lvl7pPr indent="1371600" defTabSz="1828800" latinLnBrk="0">
      <a:defRPr sz="2400">
        <a:latin typeface="+mn-lt"/>
        <a:ea typeface="+mn-ea"/>
        <a:cs typeface="+mn-cs"/>
        <a:sym typeface="Open Sans"/>
      </a:defRPr>
    </a:lvl7pPr>
    <a:lvl8pPr indent="1600200" defTabSz="1828800" latinLnBrk="0">
      <a:defRPr sz="2400">
        <a:latin typeface="+mn-lt"/>
        <a:ea typeface="+mn-ea"/>
        <a:cs typeface="+mn-cs"/>
        <a:sym typeface="Open Sans"/>
      </a:defRPr>
    </a:lvl8pPr>
    <a:lvl9pPr indent="1828800" defTabSz="1828800" latinLnBrk="0">
      <a:defRPr sz="2400">
        <a:latin typeface="+mn-lt"/>
        <a:ea typeface="+mn-ea"/>
        <a:cs typeface="+mn-cs"/>
        <a:sym typeface="Open San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jpe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0.jpe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7.jpeg"/><Relationship Id="rId4" Type="http://schemas.openxmlformats.org/officeDocument/2006/relationships/image" Target="../media/image6.jpe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3.jpeg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Porta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Logo Universidad INACAP-Hor-1.jpg" descr="Logo Universidad INACAP-Hor-1.jp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353006" y="2220278"/>
            <a:ext cx="4918390" cy="1429035"/>
          </a:xfrm>
          <a:prstGeom prst="rect">
            <a:avLst/>
          </a:prstGeom>
          <a:ln w="12700">
            <a:miter lim="400000"/>
          </a:ln>
        </p:spPr>
      </p:pic>
      <p:pic>
        <p:nvPicPr>
          <p:cNvPr id="27" name="Imagen 4" descr="Imagen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0"/>
            <a:ext cx="24384000" cy="1564008"/>
          </a:xfrm>
          <a:prstGeom prst="rect">
            <a:avLst/>
          </a:prstGeom>
          <a:ln w="12700">
            <a:miter lim="400000"/>
          </a:ln>
        </p:spPr>
      </p:pic>
      <p:sp>
        <p:nvSpPr>
          <p:cNvPr id="28" name="TÍTULO DE LA PRESENTACIÓN"/>
          <p:cNvSpPr txBox="1">
            <a:spLocks noGrp="1"/>
          </p:cNvSpPr>
          <p:nvPr>
            <p:ph type="body" sz="quarter" idx="13"/>
          </p:nvPr>
        </p:nvSpPr>
        <p:spPr>
          <a:xfrm>
            <a:off x="3302000" y="5734619"/>
            <a:ext cx="17780000" cy="1732281"/>
          </a:xfrm>
          <a:prstGeom prst="rect">
            <a:avLst/>
          </a:prstGeom>
        </p:spPr>
        <p:txBody>
          <a:bodyPr anchor="b">
            <a:spAutoFit/>
          </a:bodyPr>
          <a:lstStyle/>
          <a:p>
            <a:pPr marL="0" indent="0" algn="ctr">
              <a:buSzTx/>
              <a:buFontTx/>
              <a:buNone/>
              <a:defRPr sz="9000" spc="-450">
                <a:solidFill>
                  <a:srgbClr val="5E5E5E"/>
                </a:solidFill>
                <a:latin typeface="+mn-lt"/>
                <a:ea typeface="+mn-ea"/>
                <a:cs typeface="+mn-cs"/>
                <a:sym typeface="Open Sans"/>
              </a:defRPr>
            </a:pPr>
            <a:r>
              <a:rPr>
                <a:latin typeface="Open Sans Light"/>
                <a:ea typeface="Open Sans Light"/>
                <a:cs typeface="Open Sans Light"/>
                <a:sym typeface="Open Sans Light"/>
              </a:rPr>
              <a:t>TÍTULO DE LA</a:t>
            </a:r>
            <a:r>
              <a:rPr b="1"/>
              <a:t> PRESENTACIÓN</a:t>
            </a:r>
          </a:p>
        </p:txBody>
      </p:sp>
      <p:sp>
        <p:nvSpPr>
          <p:cNvPr id="29" name="SUBTÍTULO DE LA PRESENTACIÓN"/>
          <p:cNvSpPr txBox="1">
            <a:spLocks noGrp="1"/>
          </p:cNvSpPr>
          <p:nvPr>
            <p:ph type="body" sz="quarter" idx="14"/>
          </p:nvPr>
        </p:nvSpPr>
        <p:spPr>
          <a:xfrm>
            <a:off x="3302000" y="7252400"/>
            <a:ext cx="17780000" cy="728981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>
              <a:buSzTx/>
              <a:buFontTx/>
              <a:buNone/>
              <a:defRPr sz="3200" spc="-160"/>
            </a:lvl1pPr>
          </a:lstStyle>
          <a:p>
            <a:r>
              <a:t>SUBTÍTULO DE LA PRESENTACIÓN</a:t>
            </a:r>
          </a:p>
        </p:txBody>
      </p:sp>
      <p:sp>
        <p:nvSpPr>
          <p:cNvPr id="30" name="Mes 2018…"/>
          <p:cNvSpPr txBox="1">
            <a:spLocks noGrp="1"/>
          </p:cNvSpPr>
          <p:nvPr>
            <p:ph type="body" sz="quarter" idx="15"/>
          </p:nvPr>
        </p:nvSpPr>
        <p:spPr>
          <a:xfrm>
            <a:off x="7536646" y="10865732"/>
            <a:ext cx="9310708" cy="122428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indent="0" algn="ctr">
              <a:buSzTx/>
              <a:buFontTx/>
              <a:buNone/>
            </a:pPr>
            <a:r>
              <a:t>Mes 2018</a:t>
            </a:r>
          </a:p>
          <a:p>
            <a:pPr marL="0" indent="0" algn="ctr">
              <a:buSzTx/>
              <a:buFontTx/>
              <a:buNone/>
            </a:pPr>
            <a:r>
              <a:t>Vicerrectoría de Vinculación con el Medio y Comunicaciones</a:t>
            </a:r>
          </a:p>
        </p:txBody>
      </p:sp>
      <p:pic>
        <p:nvPicPr>
          <p:cNvPr id="31" name="Imagen 4" descr="Imagen 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13406397"/>
            <a:ext cx="24384000" cy="309603"/>
          </a:xfrm>
          <a:prstGeom prst="rect">
            <a:avLst/>
          </a:prstGeom>
          <a:ln w="12700">
            <a:miter lim="400000"/>
          </a:ln>
        </p:spPr>
      </p:pic>
      <p:sp>
        <p:nvSpPr>
          <p:cNvPr id="32" name="Número de diapositiva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Cier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Logo Universidad INACAP-Hor-1.jpg" descr="Logo Universidad INACAP-Hor-1.jp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457509" y="5590904"/>
            <a:ext cx="4866138" cy="1619794"/>
          </a:xfrm>
          <a:prstGeom prst="rect">
            <a:avLst/>
          </a:prstGeom>
          <a:ln w="12700">
            <a:miter lim="400000"/>
          </a:ln>
        </p:spPr>
      </p:pic>
      <p:pic>
        <p:nvPicPr>
          <p:cNvPr id="136" name="Imagen 4" descr="Imagen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9060488"/>
            <a:ext cx="24384000" cy="4655512"/>
          </a:xfrm>
          <a:prstGeom prst="rect">
            <a:avLst/>
          </a:prstGeom>
          <a:ln w="12700">
            <a:miter lim="400000"/>
          </a:ln>
        </p:spPr>
      </p:pic>
      <p:pic>
        <p:nvPicPr>
          <p:cNvPr id="137" name="Imagen 4" descr="Imagen 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0"/>
            <a:ext cx="24384000" cy="1665658"/>
          </a:xfrm>
          <a:prstGeom prst="rect">
            <a:avLst/>
          </a:prstGeom>
          <a:ln w="12700">
            <a:miter lim="400000"/>
          </a:ln>
        </p:spPr>
      </p:pic>
      <p:sp>
        <p:nvSpPr>
          <p:cNvPr id="141" name="Número de diapositiva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Porta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Logo Universidad INACAP-Hor-1.jpg" descr="Logo Universidad INACAP-Hor-1.jp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951265" y="2254691"/>
            <a:ext cx="10481342" cy="1270001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26" name="Grupo"/>
          <p:cNvGrpSpPr/>
          <p:nvPr/>
        </p:nvGrpSpPr>
        <p:grpSpPr>
          <a:xfrm>
            <a:off x="5842000" y="2254691"/>
            <a:ext cx="12700000" cy="1270001"/>
            <a:chOff x="0" y="0"/>
            <a:chExt cx="12700000" cy="1270000"/>
          </a:xfrm>
        </p:grpSpPr>
        <p:sp>
          <p:nvSpPr>
            <p:cNvPr id="24" name="Rectángulo"/>
            <p:cNvSpPr/>
            <p:nvPr/>
          </p:nvSpPr>
          <p:spPr>
            <a:xfrm>
              <a:off x="0" y="0"/>
              <a:ext cx="12700000" cy="1270000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63500" tIns="63500" rIns="63500" bIns="63500" numCol="1" anchor="ctr">
              <a:noAutofit/>
            </a:bodyPr>
            <a:lstStyle/>
            <a:p>
              <a:pPr algn="ctr" defTabSz="457200">
                <a:defRPr sz="4000" b="1" spc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Open Sans"/>
                </a:defRPr>
              </a:pPr>
              <a:endParaRPr/>
            </a:p>
          </p:txBody>
        </p:sp>
        <p:pic>
          <p:nvPicPr>
            <p:cNvPr id="25" name="INACAP_conbajada2.jpeg" descr="INACAP_conbajada2.jpeg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84767" y="0"/>
              <a:ext cx="10130466" cy="127000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pic>
        <p:nvPicPr>
          <p:cNvPr id="27" name="Imagen 4" descr="Imagen 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0"/>
            <a:ext cx="24384000" cy="1564008"/>
          </a:xfrm>
          <a:prstGeom prst="rect">
            <a:avLst/>
          </a:prstGeom>
          <a:ln w="12700">
            <a:miter lim="400000"/>
          </a:ln>
        </p:spPr>
      </p:pic>
      <p:sp>
        <p:nvSpPr>
          <p:cNvPr id="28" name="TÍTULO DE LA PRESENTACIÓN"/>
          <p:cNvSpPr txBox="1">
            <a:spLocks noGrp="1"/>
          </p:cNvSpPr>
          <p:nvPr>
            <p:ph type="body" sz="quarter" idx="13"/>
          </p:nvPr>
        </p:nvSpPr>
        <p:spPr>
          <a:xfrm>
            <a:off x="3302000" y="5734619"/>
            <a:ext cx="17780000" cy="1732281"/>
          </a:xfrm>
          <a:prstGeom prst="rect">
            <a:avLst/>
          </a:prstGeom>
        </p:spPr>
        <p:txBody>
          <a:bodyPr anchor="b">
            <a:spAutoFit/>
          </a:bodyPr>
          <a:lstStyle/>
          <a:p>
            <a:pPr marL="0" indent="0" algn="ctr">
              <a:buSzTx/>
              <a:buFontTx/>
              <a:buNone/>
              <a:defRPr sz="9000" spc="-450">
                <a:solidFill>
                  <a:srgbClr val="5E5E5E"/>
                </a:solidFill>
                <a:latin typeface="+mn-lt"/>
                <a:ea typeface="+mn-ea"/>
                <a:cs typeface="+mn-cs"/>
                <a:sym typeface="Open Sans"/>
              </a:defRPr>
            </a:pPr>
            <a:r>
              <a:rPr>
                <a:latin typeface="Open Sans Light"/>
                <a:ea typeface="Open Sans Light"/>
                <a:cs typeface="Open Sans Light"/>
                <a:sym typeface="Open Sans Light"/>
              </a:rPr>
              <a:t>TÍTULO DE LA</a:t>
            </a:r>
            <a:r>
              <a:rPr b="1"/>
              <a:t> PRESENTACIÓN</a:t>
            </a:r>
          </a:p>
        </p:txBody>
      </p:sp>
      <p:sp>
        <p:nvSpPr>
          <p:cNvPr id="29" name="SUBTÍTULO DE LA PRESENTACIÓN"/>
          <p:cNvSpPr txBox="1">
            <a:spLocks noGrp="1"/>
          </p:cNvSpPr>
          <p:nvPr>
            <p:ph type="body" sz="quarter" idx="14"/>
          </p:nvPr>
        </p:nvSpPr>
        <p:spPr>
          <a:xfrm>
            <a:off x="3302000" y="7252400"/>
            <a:ext cx="17780000" cy="728981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>
              <a:buSzTx/>
              <a:buFontTx/>
              <a:buNone/>
              <a:defRPr sz="3200" spc="-160"/>
            </a:lvl1pPr>
          </a:lstStyle>
          <a:p>
            <a:r>
              <a:t>SUBTÍTULO DE LA PRESENTACIÓN</a:t>
            </a:r>
          </a:p>
        </p:txBody>
      </p:sp>
      <p:sp>
        <p:nvSpPr>
          <p:cNvPr id="30" name="Mes 2018…"/>
          <p:cNvSpPr txBox="1">
            <a:spLocks noGrp="1"/>
          </p:cNvSpPr>
          <p:nvPr>
            <p:ph type="body" sz="quarter" idx="15"/>
          </p:nvPr>
        </p:nvSpPr>
        <p:spPr>
          <a:xfrm>
            <a:off x="7536646" y="10865732"/>
            <a:ext cx="9310708" cy="122428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indent="0" algn="ctr">
              <a:buSzTx/>
              <a:buFontTx/>
              <a:buNone/>
            </a:pPr>
            <a:r>
              <a:t>Mes 2018</a:t>
            </a:r>
          </a:p>
          <a:p>
            <a:pPr marL="0" indent="0" algn="ctr">
              <a:buSzTx/>
              <a:buFontTx/>
              <a:buNone/>
            </a:pPr>
            <a:r>
              <a:t>Vicerrectoría de Vinculación con el Medio y Comunicaciones</a:t>
            </a:r>
          </a:p>
        </p:txBody>
      </p:sp>
      <p:pic>
        <p:nvPicPr>
          <p:cNvPr id="31" name="Imagen 4" descr="Imagen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13406397"/>
            <a:ext cx="24384000" cy="309603"/>
          </a:xfrm>
          <a:prstGeom prst="rect">
            <a:avLst/>
          </a:prstGeom>
          <a:ln w="12700">
            <a:miter lim="400000"/>
          </a:ln>
        </p:spPr>
      </p:pic>
      <p:sp>
        <p:nvSpPr>
          <p:cNvPr id="32" name="Número de diapositiva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12699318"/>
      </p:ext>
    </p:extLst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Índi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CONTENIDO"/>
          <p:cNvSpPr txBox="1">
            <a:spLocks noGrp="1"/>
          </p:cNvSpPr>
          <p:nvPr>
            <p:ph type="body" sz="quarter" idx="13"/>
          </p:nvPr>
        </p:nvSpPr>
        <p:spPr>
          <a:xfrm>
            <a:off x="1280258" y="5925936"/>
            <a:ext cx="7617172" cy="1224281"/>
          </a:xfrm>
          <a:prstGeom prst="rect">
            <a:avLst/>
          </a:prstGeom>
        </p:spPr>
        <p:txBody>
          <a:bodyPr anchor="b">
            <a:spAutoFit/>
          </a:bodyPr>
          <a:lstStyle>
            <a:lvl1pPr marL="0" indent="0" algn="r">
              <a:buSzTx/>
              <a:buFontTx/>
              <a:buNone/>
              <a:defRPr sz="6000" spc="-300"/>
            </a:lvl1pPr>
          </a:lstStyle>
          <a:p>
            <a:r>
              <a:t>CONTENIDO</a:t>
            </a:r>
          </a:p>
        </p:txBody>
      </p:sp>
      <p:sp>
        <p:nvSpPr>
          <p:cNvPr id="40" name="Contenido uno: lorem ipsum dolor sit amet…"/>
          <p:cNvSpPr txBox="1">
            <a:spLocks noGrp="1"/>
          </p:cNvSpPr>
          <p:nvPr>
            <p:ph type="body" sz="quarter" idx="14"/>
          </p:nvPr>
        </p:nvSpPr>
        <p:spPr>
          <a:xfrm>
            <a:off x="9904451" y="4560686"/>
            <a:ext cx="11430001" cy="3954781"/>
          </a:xfrm>
          <a:prstGeom prst="rect">
            <a:avLst/>
          </a:prstGeom>
        </p:spPr>
        <p:txBody>
          <a:bodyPr anchor="ctr">
            <a:spAutoFit/>
          </a:bodyPr>
          <a:lstStyle/>
          <a:p>
            <a:pPr marL="761999" indent="-761999">
              <a:lnSpc>
                <a:spcPct val="110000"/>
              </a:lnSpc>
              <a:buFontTx/>
              <a:buAutoNum type="arabicPeriod"/>
              <a:defRPr sz="4000" spc="-200"/>
            </a:pPr>
            <a:r>
              <a:t>Contenido uno: lorem ipsum dolor sit amet</a:t>
            </a:r>
          </a:p>
          <a:p>
            <a:pPr marL="761999" indent="-761999">
              <a:lnSpc>
                <a:spcPct val="110000"/>
              </a:lnSpc>
              <a:buFontTx/>
              <a:buAutoNum type="arabicPeriod"/>
              <a:defRPr sz="4000" spc="-200"/>
            </a:pPr>
            <a:r>
              <a:t>Contenido dos: lorem ipsum dolor sit amet</a:t>
            </a:r>
          </a:p>
          <a:p>
            <a:pPr marL="761999" indent="-761999">
              <a:lnSpc>
                <a:spcPct val="110000"/>
              </a:lnSpc>
              <a:buFontTx/>
              <a:buAutoNum type="arabicPeriod"/>
              <a:defRPr sz="4000" spc="-200"/>
            </a:pPr>
            <a:r>
              <a:t>Contenido tres: lorem ipsum dolor sit amet</a:t>
            </a:r>
          </a:p>
          <a:p>
            <a:pPr marL="761999" indent="-761999">
              <a:lnSpc>
                <a:spcPct val="110000"/>
              </a:lnSpc>
              <a:buFontTx/>
              <a:buAutoNum type="arabicPeriod"/>
              <a:defRPr sz="4000" spc="-200"/>
            </a:pPr>
            <a:r>
              <a:t>Contenido cuatro: lorem ipsum dolor sit amet</a:t>
            </a:r>
          </a:p>
          <a:p>
            <a:pPr marL="761999" indent="-761999">
              <a:lnSpc>
                <a:spcPct val="110000"/>
              </a:lnSpc>
              <a:buFontTx/>
              <a:buAutoNum type="arabicPeriod"/>
              <a:defRPr sz="4000" spc="-200"/>
            </a:pPr>
            <a:r>
              <a:t>Contenido cinco: lorem ipsum dolor sit amet</a:t>
            </a:r>
          </a:p>
        </p:txBody>
      </p:sp>
      <p:sp>
        <p:nvSpPr>
          <p:cNvPr id="41" name="Número de diapositiva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17635605"/>
      </p:ext>
    </p:extLst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 preserve="1">
  <p:cSld name="2_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Título de la diapositiva…"/>
          <p:cNvSpPr txBox="1">
            <a:spLocks noGrp="1"/>
          </p:cNvSpPr>
          <p:nvPr>
            <p:ph type="body" sz="quarter" idx="13"/>
          </p:nvPr>
        </p:nvSpPr>
        <p:spPr>
          <a:xfrm>
            <a:off x="1278379" y="1272465"/>
            <a:ext cx="16981241" cy="1922781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indent="0">
              <a:buSzTx/>
              <a:buFontTx/>
              <a:buNone/>
              <a:defRPr sz="6000" spc="-300"/>
            </a:pPr>
            <a:r>
              <a:t>Título de la diapositiva</a:t>
            </a:r>
          </a:p>
          <a:p>
            <a:pPr marL="0" indent="0">
              <a:buSzTx/>
              <a:buFontTx/>
              <a:buNone/>
              <a:defRPr sz="4000" spc="-200"/>
            </a:pPr>
            <a:r>
              <a:t>Subtítulo de la diapositiva</a:t>
            </a:r>
          </a:p>
        </p:txBody>
      </p:sp>
      <p:grpSp>
        <p:nvGrpSpPr>
          <p:cNvPr id="73" name="Grupo"/>
          <p:cNvGrpSpPr/>
          <p:nvPr/>
        </p:nvGrpSpPr>
        <p:grpSpPr>
          <a:xfrm>
            <a:off x="0" y="0"/>
            <a:ext cx="24384000" cy="574931"/>
            <a:chOff x="0" y="0"/>
            <a:chExt cx="24384000" cy="574930"/>
          </a:xfrm>
        </p:grpSpPr>
        <p:pic>
          <p:nvPicPr>
            <p:cNvPr id="71" name="Imagen 4" descr="Imagen 4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0" y="0"/>
              <a:ext cx="24384000" cy="51256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72" name="Rectángulo"/>
            <p:cNvSpPr/>
            <p:nvPr/>
          </p:nvSpPr>
          <p:spPr>
            <a:xfrm>
              <a:off x="975290" y="279680"/>
              <a:ext cx="4186137" cy="295251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endParaRPr/>
            </a:p>
          </p:txBody>
        </p:sp>
      </p:grpSp>
      <p:grpSp>
        <p:nvGrpSpPr>
          <p:cNvPr id="76" name="Grupo"/>
          <p:cNvGrpSpPr/>
          <p:nvPr/>
        </p:nvGrpSpPr>
        <p:grpSpPr>
          <a:xfrm>
            <a:off x="0" y="12813001"/>
            <a:ext cx="24384000" cy="902999"/>
            <a:chOff x="0" y="0"/>
            <a:chExt cx="24384000" cy="902998"/>
          </a:xfrm>
        </p:grpSpPr>
        <p:pic>
          <p:nvPicPr>
            <p:cNvPr id="74" name="Imagen 4" descr="Imagen 4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0" y="5601"/>
              <a:ext cx="24384000" cy="89739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75" name="Rectángulo"/>
            <p:cNvSpPr/>
            <p:nvPr/>
          </p:nvSpPr>
          <p:spPr>
            <a:xfrm>
              <a:off x="19495884" y="0"/>
              <a:ext cx="4234273" cy="375466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endParaRPr/>
            </a:p>
          </p:txBody>
        </p:sp>
      </p:grpSp>
      <p:sp>
        <p:nvSpPr>
          <p:cNvPr id="81" name="Número de diapositiva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  <p:pic>
        <p:nvPicPr>
          <p:cNvPr id="10" name="INACAP_conbajada2.jpeg" descr="INACAP_conbajada2.jpeg">
            <a:extLst>
              <a:ext uri="{FF2B5EF4-FFF2-40B4-BE49-F238E27FC236}">
                <a16:creationId xmlns:a16="http://schemas.microsoft.com/office/drawing/2014/main" id="{243BB218-5DAB-3D4A-B21E-06A559B8769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1335999" y="12439441"/>
            <a:ext cx="2152355" cy="571501"/>
          </a:xfrm>
          <a:prstGeom prst="rect">
            <a:avLst/>
          </a:prstGeom>
          <a:ln w="12700" cap="flat">
            <a:noFill/>
            <a:miter lim="400000"/>
          </a:ln>
          <a:effectLst/>
        </p:spPr>
      </p:pic>
    </p:spTree>
    <p:extLst>
      <p:ext uri="{BB962C8B-B14F-4D97-AF65-F5344CB8AC3E}">
        <p14:creationId xmlns:p14="http://schemas.microsoft.com/office/powerpoint/2010/main" val="4138617748"/>
      </p:ext>
    </p:extLst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Sin fon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Número de diapositiva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72581145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7" Type="http://schemas.openxmlformats.org/officeDocument/2006/relationships/image" Target="../media/image4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jpeg"/><Relationship Id="rId5" Type="http://schemas.openxmlformats.org/officeDocument/2006/relationships/image" Target="../media/image2.jpeg"/><Relationship Id="rId4" Type="http://schemas.openxmlformats.org/officeDocument/2006/relationships/image" Target="../media/image1.jpe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jpeg"/><Relationship Id="rId3" Type="http://schemas.openxmlformats.org/officeDocument/2006/relationships/slideLayout" Target="../slideLayouts/slideLayout5.xml"/><Relationship Id="rId7" Type="http://schemas.openxmlformats.org/officeDocument/2006/relationships/image" Target="../media/image2.jpeg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.jpeg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6.xml"/><Relationship Id="rId9" Type="http://schemas.openxmlformats.org/officeDocument/2006/relationships/image" Target="../media/image4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 Universidad INACAP-Hor-1.jpg" descr="Logo Universidad INACAP-Hor-1.jpg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8850769" y="12439441"/>
            <a:ext cx="4716605" cy="571501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5" name="Grupo"/>
          <p:cNvGrpSpPr/>
          <p:nvPr/>
        </p:nvGrpSpPr>
        <p:grpSpPr>
          <a:xfrm>
            <a:off x="0" y="0"/>
            <a:ext cx="24384000" cy="574931"/>
            <a:chOff x="0" y="0"/>
            <a:chExt cx="24384000" cy="574930"/>
          </a:xfrm>
        </p:grpSpPr>
        <p:pic>
          <p:nvPicPr>
            <p:cNvPr id="3" name="Imagen 4" descr="Imagen 4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0" y="0"/>
              <a:ext cx="24384000" cy="51256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4" name="Rectángulo"/>
            <p:cNvSpPr/>
            <p:nvPr/>
          </p:nvSpPr>
          <p:spPr>
            <a:xfrm>
              <a:off x="975290" y="279680"/>
              <a:ext cx="4186137" cy="295251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endParaRPr/>
            </a:p>
          </p:txBody>
        </p:sp>
      </p:grpSp>
      <p:grpSp>
        <p:nvGrpSpPr>
          <p:cNvPr id="8" name="Grupo"/>
          <p:cNvGrpSpPr/>
          <p:nvPr/>
        </p:nvGrpSpPr>
        <p:grpSpPr>
          <a:xfrm>
            <a:off x="0" y="12813001"/>
            <a:ext cx="24384000" cy="902999"/>
            <a:chOff x="0" y="0"/>
            <a:chExt cx="24384000" cy="902998"/>
          </a:xfrm>
        </p:grpSpPr>
        <p:pic>
          <p:nvPicPr>
            <p:cNvPr id="6" name="Imagen 4" descr="Imagen 4"/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0" y="5601"/>
              <a:ext cx="24384000" cy="89739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7" name="Rectángulo"/>
            <p:cNvSpPr/>
            <p:nvPr/>
          </p:nvSpPr>
          <p:spPr>
            <a:xfrm>
              <a:off x="19495884" y="0"/>
              <a:ext cx="4234273" cy="375466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endParaRPr/>
            </a:p>
          </p:txBody>
        </p:sp>
      </p:grpSp>
      <p:sp>
        <p:nvSpPr>
          <p:cNvPr id="9" name="Línea"/>
          <p:cNvSpPr/>
          <p:nvPr/>
        </p:nvSpPr>
        <p:spPr>
          <a:xfrm>
            <a:off x="7488570" y="7111328"/>
            <a:ext cx="1275619" cy="1"/>
          </a:xfrm>
          <a:prstGeom prst="line">
            <a:avLst/>
          </a:prstGeom>
          <a:ln w="25400">
            <a:solidFill>
              <a:srgbClr val="DF2427"/>
            </a:solidFill>
            <a:miter/>
          </a:ln>
        </p:spPr>
        <p:txBody>
          <a:bodyPr tIns="91439" bIns="91439"/>
          <a:lstStyle/>
          <a:p>
            <a:endParaRPr/>
          </a:p>
        </p:txBody>
      </p:sp>
      <p:sp>
        <p:nvSpPr>
          <p:cNvPr id="10" name="Línea"/>
          <p:cNvSpPr/>
          <p:nvPr/>
        </p:nvSpPr>
        <p:spPr>
          <a:xfrm>
            <a:off x="18034000" y="12099576"/>
            <a:ext cx="6350000" cy="1"/>
          </a:xfrm>
          <a:prstGeom prst="line">
            <a:avLst/>
          </a:prstGeom>
          <a:ln w="12700">
            <a:solidFill>
              <a:srgbClr val="D6D6D6"/>
            </a:solidFill>
            <a:miter/>
          </a:ln>
        </p:spPr>
        <p:txBody>
          <a:bodyPr tIns="91439" bIns="91439"/>
          <a:lstStyle/>
          <a:p>
            <a:endParaRPr/>
          </a:p>
        </p:txBody>
      </p:sp>
      <p:grpSp>
        <p:nvGrpSpPr>
          <p:cNvPr id="13" name="Grupo"/>
          <p:cNvGrpSpPr/>
          <p:nvPr/>
        </p:nvGrpSpPr>
        <p:grpSpPr>
          <a:xfrm>
            <a:off x="18351500" y="12439441"/>
            <a:ext cx="5715000" cy="571501"/>
            <a:chOff x="0" y="0"/>
            <a:chExt cx="5715000" cy="571500"/>
          </a:xfrm>
        </p:grpSpPr>
        <p:sp>
          <p:nvSpPr>
            <p:cNvPr id="11" name="Rectángulo"/>
            <p:cNvSpPr/>
            <p:nvPr/>
          </p:nvSpPr>
          <p:spPr>
            <a:xfrm>
              <a:off x="0" y="0"/>
              <a:ext cx="5715000" cy="571500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63500" tIns="63500" rIns="63500" bIns="63500" numCol="1" anchor="ctr">
              <a:noAutofit/>
            </a:bodyPr>
            <a:lstStyle/>
            <a:p>
              <a:pPr algn="ctr" defTabSz="457200">
                <a:defRPr sz="4000" b="1" spc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Open Sans"/>
                </a:defRPr>
              </a:pPr>
              <a:endParaRPr/>
            </a:p>
          </p:txBody>
        </p:sp>
        <p:pic>
          <p:nvPicPr>
            <p:cNvPr id="12" name="INACAP_conbajada2.jpeg" descr="INACAP_conbajada2.jpeg"/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78145" y="0"/>
              <a:ext cx="4558710" cy="57150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14" name="Texto del título"/>
          <p:cNvSpPr txBox="1">
            <a:spLocks noGrp="1"/>
          </p:cNvSpPr>
          <p:nvPr>
            <p:ph type="title"/>
          </p:nvPr>
        </p:nvSpPr>
        <p:spPr>
          <a:xfrm>
            <a:off x="1219200" y="184149"/>
            <a:ext cx="21945600" cy="3016251"/>
          </a:xfrm>
          <a:prstGeom prst="rect">
            <a:avLst/>
          </a:prstGeom>
          <a:ln w="254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tIns="91439" bIns="91439" anchor="ctr">
            <a:normAutofit/>
          </a:bodyPr>
          <a:lstStyle/>
          <a:p>
            <a:r>
              <a:t>Texto del título</a:t>
            </a:r>
          </a:p>
        </p:txBody>
      </p:sp>
      <p:sp>
        <p:nvSpPr>
          <p:cNvPr id="15" name="Nivel de texto 1…"/>
          <p:cNvSpPr txBox="1">
            <a:spLocks noGrp="1"/>
          </p:cNvSpPr>
          <p:nvPr>
            <p:ph type="body" idx="1"/>
          </p:nvPr>
        </p:nvSpPr>
        <p:spPr>
          <a:xfrm>
            <a:off x="1219200" y="3200400"/>
            <a:ext cx="21945600" cy="10515600"/>
          </a:xfrm>
          <a:prstGeom prst="rect">
            <a:avLst/>
          </a:prstGeom>
          <a:ln w="254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tIns="91439" bIns="91439">
            <a:normAutofit/>
          </a:bodyPr>
          <a:lstStyle/>
          <a:p>
            <a:r>
              <a:t>Nivel de texto 1</a:t>
            </a:r>
          </a:p>
          <a:p>
            <a:pPr lvl="1"/>
            <a:r>
              <a:t>Nivel de texto 2</a:t>
            </a:r>
          </a:p>
          <a:p>
            <a:pPr lvl="2"/>
            <a:r>
              <a:t>Nivel de texto 3</a:t>
            </a:r>
          </a:p>
          <a:p>
            <a:pPr lvl="3"/>
            <a:r>
              <a:t>Nivel de texto 4</a:t>
            </a:r>
          </a:p>
          <a:p>
            <a:pPr lvl="4"/>
            <a:r>
              <a:t>Nivel de texto 5</a:t>
            </a:r>
          </a:p>
        </p:txBody>
      </p:sp>
      <p:sp>
        <p:nvSpPr>
          <p:cNvPr id="16" name="Número de diapositiva"/>
          <p:cNvSpPr txBox="1">
            <a:spLocks noGrp="1"/>
          </p:cNvSpPr>
          <p:nvPr>
            <p:ph type="sldNum" sz="quarter" idx="2"/>
          </p:nvPr>
        </p:nvSpPr>
        <p:spPr>
          <a:xfrm>
            <a:off x="22707600" y="12726034"/>
            <a:ext cx="592431" cy="703581"/>
          </a:xfrm>
          <a:prstGeom prst="rect">
            <a:avLst/>
          </a:prstGeom>
          <a:ln w="25400">
            <a:miter lim="400000"/>
          </a:ln>
        </p:spPr>
        <p:txBody>
          <a:bodyPr wrap="none" tIns="91439" bIns="91439" anchor="ctr">
            <a:spAutoFit/>
          </a:bodyPr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6" r:id="rId2"/>
  </p:sldLayoutIdLst>
  <p:transition spd="med"/>
  <p:txStyles>
    <p:titleStyle>
      <a:lvl1pPr marL="0" marR="0" indent="0" algn="l" defTabSz="1828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000" b="0" i="0" u="none" strike="noStrike" cap="none" spc="-300" baseline="0">
          <a:ln>
            <a:noFill/>
          </a:ln>
          <a:solidFill>
            <a:srgbClr val="535353"/>
          </a:solidFill>
          <a:uFillTx/>
          <a:latin typeface="Open Sans Light"/>
          <a:ea typeface="Open Sans Light"/>
          <a:cs typeface="Open Sans Light"/>
          <a:sym typeface="Open Sans Light"/>
        </a:defRPr>
      </a:lvl1pPr>
      <a:lvl2pPr marL="0" marR="0" indent="0" algn="l" defTabSz="1828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000" b="0" i="0" u="none" strike="noStrike" cap="none" spc="-300" baseline="0">
          <a:ln>
            <a:noFill/>
          </a:ln>
          <a:solidFill>
            <a:srgbClr val="535353"/>
          </a:solidFill>
          <a:uFillTx/>
          <a:latin typeface="Open Sans Light"/>
          <a:ea typeface="Open Sans Light"/>
          <a:cs typeface="Open Sans Light"/>
          <a:sym typeface="Open Sans Light"/>
        </a:defRPr>
      </a:lvl2pPr>
      <a:lvl3pPr marL="0" marR="0" indent="0" algn="l" defTabSz="1828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000" b="0" i="0" u="none" strike="noStrike" cap="none" spc="-300" baseline="0">
          <a:ln>
            <a:noFill/>
          </a:ln>
          <a:solidFill>
            <a:srgbClr val="535353"/>
          </a:solidFill>
          <a:uFillTx/>
          <a:latin typeface="Open Sans Light"/>
          <a:ea typeface="Open Sans Light"/>
          <a:cs typeface="Open Sans Light"/>
          <a:sym typeface="Open Sans Light"/>
        </a:defRPr>
      </a:lvl3pPr>
      <a:lvl4pPr marL="0" marR="0" indent="0" algn="l" defTabSz="1828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000" b="0" i="0" u="none" strike="noStrike" cap="none" spc="-300" baseline="0">
          <a:ln>
            <a:noFill/>
          </a:ln>
          <a:solidFill>
            <a:srgbClr val="535353"/>
          </a:solidFill>
          <a:uFillTx/>
          <a:latin typeface="Open Sans Light"/>
          <a:ea typeface="Open Sans Light"/>
          <a:cs typeface="Open Sans Light"/>
          <a:sym typeface="Open Sans Light"/>
        </a:defRPr>
      </a:lvl4pPr>
      <a:lvl5pPr marL="0" marR="0" indent="0" algn="l" defTabSz="1828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000" b="0" i="0" u="none" strike="noStrike" cap="none" spc="-300" baseline="0">
          <a:ln>
            <a:noFill/>
          </a:ln>
          <a:solidFill>
            <a:srgbClr val="535353"/>
          </a:solidFill>
          <a:uFillTx/>
          <a:latin typeface="Open Sans Light"/>
          <a:ea typeface="Open Sans Light"/>
          <a:cs typeface="Open Sans Light"/>
          <a:sym typeface="Open Sans Light"/>
        </a:defRPr>
      </a:lvl5pPr>
      <a:lvl6pPr marL="0" marR="0" indent="0" algn="l" defTabSz="1828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000" b="0" i="0" u="none" strike="noStrike" cap="none" spc="-300" baseline="0">
          <a:ln>
            <a:noFill/>
          </a:ln>
          <a:solidFill>
            <a:srgbClr val="535353"/>
          </a:solidFill>
          <a:uFillTx/>
          <a:latin typeface="Open Sans Light"/>
          <a:ea typeface="Open Sans Light"/>
          <a:cs typeface="Open Sans Light"/>
          <a:sym typeface="Open Sans Light"/>
        </a:defRPr>
      </a:lvl6pPr>
      <a:lvl7pPr marL="0" marR="0" indent="0" algn="l" defTabSz="1828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000" b="0" i="0" u="none" strike="noStrike" cap="none" spc="-300" baseline="0">
          <a:ln>
            <a:noFill/>
          </a:ln>
          <a:solidFill>
            <a:srgbClr val="535353"/>
          </a:solidFill>
          <a:uFillTx/>
          <a:latin typeface="Open Sans Light"/>
          <a:ea typeface="Open Sans Light"/>
          <a:cs typeface="Open Sans Light"/>
          <a:sym typeface="Open Sans Light"/>
        </a:defRPr>
      </a:lvl7pPr>
      <a:lvl8pPr marL="0" marR="0" indent="0" algn="l" defTabSz="1828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000" b="0" i="0" u="none" strike="noStrike" cap="none" spc="-300" baseline="0">
          <a:ln>
            <a:noFill/>
          </a:ln>
          <a:solidFill>
            <a:srgbClr val="535353"/>
          </a:solidFill>
          <a:uFillTx/>
          <a:latin typeface="Open Sans Light"/>
          <a:ea typeface="Open Sans Light"/>
          <a:cs typeface="Open Sans Light"/>
          <a:sym typeface="Open Sans Light"/>
        </a:defRPr>
      </a:lvl8pPr>
      <a:lvl9pPr marL="0" marR="0" indent="0" algn="l" defTabSz="1828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000" b="0" i="0" u="none" strike="noStrike" cap="none" spc="-300" baseline="0">
          <a:ln>
            <a:noFill/>
          </a:ln>
          <a:solidFill>
            <a:srgbClr val="535353"/>
          </a:solidFill>
          <a:uFillTx/>
          <a:latin typeface="Open Sans Light"/>
          <a:ea typeface="Open Sans Light"/>
          <a:cs typeface="Open Sans Light"/>
          <a:sym typeface="Open Sans Light"/>
        </a:defRPr>
      </a:lvl9pPr>
    </p:titleStyle>
    <p:bodyStyle>
      <a:lvl1pPr marL="244928" marR="0" indent="-244928" algn="l" defTabSz="1828800" rtl="0" latinLnBrk="0">
        <a:lnSpc>
          <a:spcPct val="100000"/>
        </a:lnSpc>
        <a:spcBef>
          <a:spcPts val="0"/>
        </a:spcBef>
        <a:spcAft>
          <a:spcPts val="0"/>
        </a:spcAft>
        <a:buClrTx/>
        <a:buSzPct val="100000"/>
        <a:buFont typeface="Arial"/>
        <a:buChar char="•"/>
        <a:tabLst/>
        <a:defRPr sz="3000" b="0" i="0" u="none" strike="noStrike" cap="none" spc="-150" baseline="0">
          <a:ln>
            <a:noFill/>
          </a:ln>
          <a:solidFill>
            <a:srgbClr val="535353"/>
          </a:solidFill>
          <a:uFillTx/>
          <a:latin typeface="Open Sans Light"/>
          <a:ea typeface="Open Sans Light"/>
          <a:cs typeface="Open Sans Light"/>
          <a:sym typeface="Open Sans Light"/>
        </a:defRPr>
      </a:lvl1pPr>
      <a:lvl2pPr marL="742950" marR="0" indent="-285750" algn="l" defTabSz="1828800" rtl="0" latinLnBrk="0">
        <a:lnSpc>
          <a:spcPct val="100000"/>
        </a:lnSpc>
        <a:spcBef>
          <a:spcPts val="0"/>
        </a:spcBef>
        <a:spcAft>
          <a:spcPts val="0"/>
        </a:spcAft>
        <a:buClrTx/>
        <a:buSzPct val="100000"/>
        <a:buFont typeface="Arial"/>
        <a:buChar char="•"/>
        <a:tabLst/>
        <a:defRPr sz="3000" b="0" i="0" u="none" strike="noStrike" cap="none" spc="-150" baseline="0">
          <a:ln>
            <a:noFill/>
          </a:ln>
          <a:solidFill>
            <a:srgbClr val="535353"/>
          </a:solidFill>
          <a:uFillTx/>
          <a:latin typeface="Open Sans Light"/>
          <a:ea typeface="Open Sans Light"/>
          <a:cs typeface="Open Sans Light"/>
          <a:sym typeface="Open Sans Light"/>
        </a:defRPr>
      </a:lvl2pPr>
      <a:lvl3pPr marL="1257300" marR="0" indent="-342900" algn="l" defTabSz="1828800" rtl="0" latinLnBrk="0">
        <a:lnSpc>
          <a:spcPct val="100000"/>
        </a:lnSpc>
        <a:spcBef>
          <a:spcPts val="0"/>
        </a:spcBef>
        <a:spcAft>
          <a:spcPts val="0"/>
        </a:spcAft>
        <a:buClrTx/>
        <a:buSzPct val="100000"/>
        <a:buFont typeface="Arial"/>
        <a:buChar char="•"/>
        <a:tabLst/>
        <a:defRPr sz="3000" b="0" i="0" u="none" strike="noStrike" cap="none" spc="-150" baseline="0">
          <a:ln>
            <a:noFill/>
          </a:ln>
          <a:solidFill>
            <a:srgbClr val="535353"/>
          </a:solidFill>
          <a:uFillTx/>
          <a:latin typeface="Open Sans Light"/>
          <a:ea typeface="Open Sans Light"/>
          <a:cs typeface="Open Sans Light"/>
          <a:sym typeface="Open Sans Light"/>
        </a:defRPr>
      </a:lvl3pPr>
      <a:lvl4pPr marL="1752600" marR="0" indent="-381000" algn="l" defTabSz="1828800" rtl="0" latinLnBrk="0">
        <a:lnSpc>
          <a:spcPct val="100000"/>
        </a:lnSpc>
        <a:spcBef>
          <a:spcPts val="0"/>
        </a:spcBef>
        <a:spcAft>
          <a:spcPts val="0"/>
        </a:spcAft>
        <a:buClrTx/>
        <a:buSzPct val="100000"/>
        <a:buFont typeface="Arial"/>
        <a:buChar char="•"/>
        <a:tabLst/>
        <a:defRPr sz="3000" b="0" i="0" u="none" strike="noStrike" cap="none" spc="-150" baseline="0">
          <a:ln>
            <a:noFill/>
          </a:ln>
          <a:solidFill>
            <a:srgbClr val="535353"/>
          </a:solidFill>
          <a:uFillTx/>
          <a:latin typeface="Open Sans Light"/>
          <a:ea typeface="Open Sans Light"/>
          <a:cs typeface="Open Sans Light"/>
          <a:sym typeface="Open Sans Light"/>
        </a:defRPr>
      </a:lvl4pPr>
      <a:lvl5pPr marL="2209800" marR="0" indent="-381000" algn="l" defTabSz="1828800" rtl="0" latinLnBrk="0">
        <a:lnSpc>
          <a:spcPct val="100000"/>
        </a:lnSpc>
        <a:spcBef>
          <a:spcPts val="0"/>
        </a:spcBef>
        <a:spcAft>
          <a:spcPts val="0"/>
        </a:spcAft>
        <a:buClrTx/>
        <a:buSzPct val="100000"/>
        <a:buFont typeface="Arial"/>
        <a:buChar char="•"/>
        <a:tabLst/>
        <a:defRPr sz="3000" b="0" i="0" u="none" strike="noStrike" cap="none" spc="-150" baseline="0">
          <a:ln>
            <a:noFill/>
          </a:ln>
          <a:solidFill>
            <a:srgbClr val="535353"/>
          </a:solidFill>
          <a:uFillTx/>
          <a:latin typeface="Open Sans Light"/>
          <a:ea typeface="Open Sans Light"/>
          <a:cs typeface="Open Sans Light"/>
          <a:sym typeface="Open Sans Light"/>
        </a:defRPr>
      </a:lvl5pPr>
      <a:lvl6pPr marL="2667000" marR="0" indent="-381000" algn="l" defTabSz="1828800" rtl="0" latinLnBrk="0">
        <a:lnSpc>
          <a:spcPct val="100000"/>
        </a:lnSpc>
        <a:spcBef>
          <a:spcPts val="0"/>
        </a:spcBef>
        <a:spcAft>
          <a:spcPts val="0"/>
        </a:spcAft>
        <a:buClrTx/>
        <a:buSzPct val="100000"/>
        <a:buFont typeface="Arial"/>
        <a:buChar char="•"/>
        <a:tabLst/>
        <a:defRPr sz="3000" b="0" i="0" u="none" strike="noStrike" cap="none" spc="-150" baseline="0">
          <a:ln>
            <a:noFill/>
          </a:ln>
          <a:solidFill>
            <a:srgbClr val="535353"/>
          </a:solidFill>
          <a:uFillTx/>
          <a:latin typeface="Open Sans Light"/>
          <a:ea typeface="Open Sans Light"/>
          <a:cs typeface="Open Sans Light"/>
          <a:sym typeface="Open Sans Light"/>
        </a:defRPr>
      </a:lvl6pPr>
      <a:lvl7pPr marL="3124200" marR="0" indent="-381000" algn="l" defTabSz="1828800" rtl="0" latinLnBrk="0">
        <a:lnSpc>
          <a:spcPct val="100000"/>
        </a:lnSpc>
        <a:spcBef>
          <a:spcPts val="0"/>
        </a:spcBef>
        <a:spcAft>
          <a:spcPts val="0"/>
        </a:spcAft>
        <a:buClrTx/>
        <a:buSzPct val="100000"/>
        <a:buFont typeface="Arial"/>
        <a:buChar char="•"/>
        <a:tabLst/>
        <a:defRPr sz="3000" b="0" i="0" u="none" strike="noStrike" cap="none" spc="-150" baseline="0">
          <a:ln>
            <a:noFill/>
          </a:ln>
          <a:solidFill>
            <a:srgbClr val="535353"/>
          </a:solidFill>
          <a:uFillTx/>
          <a:latin typeface="Open Sans Light"/>
          <a:ea typeface="Open Sans Light"/>
          <a:cs typeface="Open Sans Light"/>
          <a:sym typeface="Open Sans Light"/>
        </a:defRPr>
      </a:lvl7pPr>
      <a:lvl8pPr marL="3581400" marR="0" indent="-381000" algn="l" defTabSz="1828800" rtl="0" latinLnBrk="0">
        <a:lnSpc>
          <a:spcPct val="100000"/>
        </a:lnSpc>
        <a:spcBef>
          <a:spcPts val="0"/>
        </a:spcBef>
        <a:spcAft>
          <a:spcPts val="0"/>
        </a:spcAft>
        <a:buClrTx/>
        <a:buSzPct val="100000"/>
        <a:buFont typeface="Arial"/>
        <a:buChar char="•"/>
        <a:tabLst/>
        <a:defRPr sz="3000" b="0" i="0" u="none" strike="noStrike" cap="none" spc="-150" baseline="0">
          <a:ln>
            <a:noFill/>
          </a:ln>
          <a:solidFill>
            <a:srgbClr val="535353"/>
          </a:solidFill>
          <a:uFillTx/>
          <a:latin typeface="Open Sans Light"/>
          <a:ea typeface="Open Sans Light"/>
          <a:cs typeface="Open Sans Light"/>
          <a:sym typeface="Open Sans Light"/>
        </a:defRPr>
      </a:lvl8pPr>
      <a:lvl9pPr marL="4038600" marR="0" indent="-381000" algn="l" defTabSz="1828800" rtl="0" latinLnBrk="0">
        <a:lnSpc>
          <a:spcPct val="100000"/>
        </a:lnSpc>
        <a:spcBef>
          <a:spcPts val="0"/>
        </a:spcBef>
        <a:spcAft>
          <a:spcPts val="0"/>
        </a:spcAft>
        <a:buClrTx/>
        <a:buSzPct val="100000"/>
        <a:buFont typeface="Arial"/>
        <a:buChar char="•"/>
        <a:tabLst/>
        <a:defRPr sz="3000" b="0" i="0" u="none" strike="noStrike" cap="none" spc="-150" baseline="0">
          <a:ln>
            <a:noFill/>
          </a:ln>
          <a:solidFill>
            <a:srgbClr val="535353"/>
          </a:solidFill>
          <a:uFillTx/>
          <a:latin typeface="Open Sans Light"/>
          <a:ea typeface="Open Sans Light"/>
          <a:cs typeface="Open Sans Light"/>
          <a:sym typeface="Open Sans Light"/>
        </a:defRPr>
      </a:lvl9pPr>
    </p:bodyStyle>
    <p:otherStyle>
      <a:lvl1pPr marL="0" marR="0" indent="0" algn="l" defTabSz="1828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000" b="0" i="0" u="none" strike="noStrike" cap="none" spc="-15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Open Sans Light"/>
        </a:defRPr>
      </a:lvl1pPr>
      <a:lvl2pPr marL="0" marR="0" indent="457200" algn="l" defTabSz="1828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000" b="0" i="0" u="none" strike="noStrike" cap="none" spc="-15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Open Sans Light"/>
        </a:defRPr>
      </a:lvl2pPr>
      <a:lvl3pPr marL="0" marR="0" indent="914400" algn="l" defTabSz="1828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000" b="0" i="0" u="none" strike="noStrike" cap="none" spc="-15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Open Sans Light"/>
        </a:defRPr>
      </a:lvl3pPr>
      <a:lvl4pPr marL="0" marR="0" indent="1371600" algn="l" defTabSz="1828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000" b="0" i="0" u="none" strike="noStrike" cap="none" spc="-15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Open Sans Light"/>
        </a:defRPr>
      </a:lvl4pPr>
      <a:lvl5pPr marL="0" marR="0" indent="1828800" algn="l" defTabSz="1828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000" b="0" i="0" u="none" strike="noStrike" cap="none" spc="-15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Open Sans Light"/>
        </a:defRPr>
      </a:lvl5pPr>
      <a:lvl6pPr marL="0" marR="0" indent="2286000" algn="l" defTabSz="1828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000" b="0" i="0" u="none" strike="noStrike" cap="none" spc="-15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Open Sans Light"/>
        </a:defRPr>
      </a:lvl6pPr>
      <a:lvl7pPr marL="0" marR="0" indent="2743200" algn="l" defTabSz="1828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000" b="0" i="0" u="none" strike="noStrike" cap="none" spc="-15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Open Sans Light"/>
        </a:defRPr>
      </a:lvl7pPr>
      <a:lvl8pPr marL="0" marR="0" indent="3200400" algn="l" defTabSz="1828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000" b="0" i="0" u="none" strike="noStrike" cap="none" spc="-15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Open Sans Light"/>
        </a:defRPr>
      </a:lvl8pPr>
      <a:lvl9pPr marL="0" marR="0" indent="3657600" algn="l" defTabSz="1828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000" b="0" i="0" u="none" strike="noStrike" cap="none" spc="-15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Open Sans Light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 Universidad INACAP-Hor-1.jpg" descr="Logo Universidad INACAP-Hor-1.jpg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8850769" y="12439441"/>
            <a:ext cx="4716605" cy="571501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5" name="Grupo"/>
          <p:cNvGrpSpPr/>
          <p:nvPr/>
        </p:nvGrpSpPr>
        <p:grpSpPr>
          <a:xfrm>
            <a:off x="0" y="0"/>
            <a:ext cx="24384000" cy="574931"/>
            <a:chOff x="0" y="0"/>
            <a:chExt cx="24384000" cy="574930"/>
          </a:xfrm>
        </p:grpSpPr>
        <p:pic>
          <p:nvPicPr>
            <p:cNvPr id="3" name="Imagen 4" descr="Imagen 4"/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0" y="0"/>
              <a:ext cx="24384000" cy="51256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4" name="Rectángulo"/>
            <p:cNvSpPr/>
            <p:nvPr/>
          </p:nvSpPr>
          <p:spPr>
            <a:xfrm>
              <a:off x="975290" y="279680"/>
              <a:ext cx="4186137" cy="295251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endParaRPr/>
            </a:p>
          </p:txBody>
        </p:sp>
      </p:grpSp>
      <p:grpSp>
        <p:nvGrpSpPr>
          <p:cNvPr id="8" name="Grupo"/>
          <p:cNvGrpSpPr/>
          <p:nvPr/>
        </p:nvGrpSpPr>
        <p:grpSpPr>
          <a:xfrm>
            <a:off x="0" y="12813001"/>
            <a:ext cx="24384000" cy="902999"/>
            <a:chOff x="0" y="0"/>
            <a:chExt cx="24384000" cy="902998"/>
          </a:xfrm>
        </p:grpSpPr>
        <p:pic>
          <p:nvPicPr>
            <p:cNvPr id="6" name="Imagen 4" descr="Imagen 4"/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0" y="5601"/>
              <a:ext cx="24384000" cy="89739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7" name="Rectángulo"/>
            <p:cNvSpPr/>
            <p:nvPr/>
          </p:nvSpPr>
          <p:spPr>
            <a:xfrm>
              <a:off x="19495884" y="0"/>
              <a:ext cx="4234273" cy="375466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endParaRPr/>
            </a:p>
          </p:txBody>
        </p:sp>
      </p:grpSp>
      <p:sp>
        <p:nvSpPr>
          <p:cNvPr id="9" name="Línea"/>
          <p:cNvSpPr/>
          <p:nvPr/>
        </p:nvSpPr>
        <p:spPr>
          <a:xfrm>
            <a:off x="7488570" y="7111328"/>
            <a:ext cx="1275619" cy="1"/>
          </a:xfrm>
          <a:prstGeom prst="line">
            <a:avLst/>
          </a:prstGeom>
          <a:ln w="25400">
            <a:solidFill>
              <a:srgbClr val="DF2427"/>
            </a:solidFill>
            <a:miter/>
          </a:ln>
        </p:spPr>
        <p:txBody>
          <a:bodyPr tIns="91439" bIns="91439"/>
          <a:lstStyle/>
          <a:p>
            <a:endParaRPr/>
          </a:p>
        </p:txBody>
      </p:sp>
      <p:sp>
        <p:nvSpPr>
          <p:cNvPr id="10" name="Línea"/>
          <p:cNvSpPr/>
          <p:nvPr/>
        </p:nvSpPr>
        <p:spPr>
          <a:xfrm>
            <a:off x="18034000" y="12099576"/>
            <a:ext cx="6350000" cy="1"/>
          </a:xfrm>
          <a:prstGeom prst="line">
            <a:avLst/>
          </a:prstGeom>
          <a:ln w="12700">
            <a:solidFill>
              <a:srgbClr val="D6D6D6"/>
            </a:solidFill>
            <a:miter/>
          </a:ln>
        </p:spPr>
        <p:txBody>
          <a:bodyPr tIns="91439" bIns="91439"/>
          <a:lstStyle/>
          <a:p>
            <a:endParaRPr/>
          </a:p>
        </p:txBody>
      </p:sp>
      <p:grpSp>
        <p:nvGrpSpPr>
          <p:cNvPr id="13" name="Grupo"/>
          <p:cNvGrpSpPr/>
          <p:nvPr/>
        </p:nvGrpSpPr>
        <p:grpSpPr>
          <a:xfrm>
            <a:off x="18351500" y="12439441"/>
            <a:ext cx="5715000" cy="571501"/>
            <a:chOff x="0" y="0"/>
            <a:chExt cx="5715000" cy="571500"/>
          </a:xfrm>
        </p:grpSpPr>
        <p:sp>
          <p:nvSpPr>
            <p:cNvPr id="11" name="Rectángulo"/>
            <p:cNvSpPr/>
            <p:nvPr/>
          </p:nvSpPr>
          <p:spPr>
            <a:xfrm>
              <a:off x="0" y="0"/>
              <a:ext cx="5715000" cy="571500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63500" tIns="63500" rIns="63500" bIns="63500" numCol="1" anchor="ctr">
              <a:noAutofit/>
            </a:bodyPr>
            <a:lstStyle/>
            <a:p>
              <a:pPr algn="ctr" defTabSz="457200">
                <a:defRPr sz="4000" b="1" spc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Open Sans"/>
                </a:defRPr>
              </a:pPr>
              <a:endParaRPr/>
            </a:p>
          </p:txBody>
        </p:sp>
        <p:pic>
          <p:nvPicPr>
            <p:cNvPr id="12" name="INACAP_conbajada2.jpeg" descr="INACAP_conbajada2.jpeg"/>
            <p:cNvPicPr>
              <a:picLocks noChangeAspect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78145" y="0"/>
              <a:ext cx="4558710" cy="57150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14" name="Texto del título"/>
          <p:cNvSpPr txBox="1">
            <a:spLocks noGrp="1"/>
          </p:cNvSpPr>
          <p:nvPr>
            <p:ph type="title"/>
          </p:nvPr>
        </p:nvSpPr>
        <p:spPr>
          <a:xfrm>
            <a:off x="1219200" y="184149"/>
            <a:ext cx="21945600" cy="3016251"/>
          </a:xfrm>
          <a:prstGeom prst="rect">
            <a:avLst/>
          </a:prstGeom>
          <a:ln w="254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tIns="91439" bIns="91439" anchor="ctr">
            <a:normAutofit/>
          </a:bodyPr>
          <a:lstStyle/>
          <a:p>
            <a:r>
              <a:t>Texto del título</a:t>
            </a:r>
          </a:p>
        </p:txBody>
      </p:sp>
      <p:sp>
        <p:nvSpPr>
          <p:cNvPr id="15" name="Nivel de texto 1…"/>
          <p:cNvSpPr txBox="1">
            <a:spLocks noGrp="1"/>
          </p:cNvSpPr>
          <p:nvPr>
            <p:ph type="body" idx="1"/>
          </p:nvPr>
        </p:nvSpPr>
        <p:spPr>
          <a:xfrm>
            <a:off x="1219200" y="3200400"/>
            <a:ext cx="21945600" cy="10515600"/>
          </a:xfrm>
          <a:prstGeom prst="rect">
            <a:avLst/>
          </a:prstGeom>
          <a:ln w="254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tIns="91439" bIns="91439">
            <a:normAutofit/>
          </a:bodyPr>
          <a:lstStyle/>
          <a:p>
            <a:r>
              <a:t>Nivel de texto 1</a:t>
            </a:r>
          </a:p>
          <a:p>
            <a:pPr lvl="1"/>
            <a:r>
              <a:t>Nivel de texto 2</a:t>
            </a:r>
          </a:p>
          <a:p>
            <a:pPr lvl="2"/>
            <a:r>
              <a:t>Nivel de texto 3</a:t>
            </a:r>
          </a:p>
          <a:p>
            <a:pPr lvl="3"/>
            <a:r>
              <a:t>Nivel de texto 4</a:t>
            </a:r>
          </a:p>
          <a:p>
            <a:pPr lvl="4"/>
            <a:r>
              <a:t>Nivel de texto 5</a:t>
            </a:r>
          </a:p>
        </p:txBody>
      </p:sp>
      <p:sp>
        <p:nvSpPr>
          <p:cNvPr id="16" name="Número de diapositiva"/>
          <p:cNvSpPr txBox="1">
            <a:spLocks noGrp="1"/>
          </p:cNvSpPr>
          <p:nvPr>
            <p:ph type="sldNum" sz="quarter" idx="2"/>
          </p:nvPr>
        </p:nvSpPr>
        <p:spPr>
          <a:xfrm>
            <a:off x="22707600" y="12726034"/>
            <a:ext cx="592431" cy="703581"/>
          </a:xfrm>
          <a:prstGeom prst="rect">
            <a:avLst/>
          </a:prstGeom>
          <a:ln w="25400">
            <a:miter lim="400000"/>
          </a:ln>
        </p:spPr>
        <p:txBody>
          <a:bodyPr wrap="none" tIns="91439" bIns="91439" anchor="ctr">
            <a:spAutoFit/>
          </a:bodyPr>
          <a:lstStyle/>
          <a:p>
            <a:fld id="{86CB4B4D-7CA3-9044-876B-883B54F8677D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20854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9" r:id="rId2"/>
    <p:sldLayoutId id="2147483665" r:id="rId3"/>
    <p:sldLayoutId id="2147483662" r:id="rId4"/>
  </p:sldLayoutIdLst>
  <p:transition spd="med"/>
  <p:txStyles>
    <p:titleStyle>
      <a:lvl1pPr marL="0" marR="0" indent="0" algn="l" defTabSz="1828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000" b="0" i="0" u="none" strike="noStrike" cap="none" spc="-300" baseline="0">
          <a:ln>
            <a:noFill/>
          </a:ln>
          <a:solidFill>
            <a:srgbClr val="535353"/>
          </a:solidFill>
          <a:uFillTx/>
          <a:latin typeface="Open Sans Light"/>
          <a:ea typeface="Open Sans Light"/>
          <a:cs typeface="Open Sans Light"/>
          <a:sym typeface="Open Sans Light"/>
        </a:defRPr>
      </a:lvl1pPr>
      <a:lvl2pPr marL="0" marR="0" indent="0" algn="l" defTabSz="1828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000" b="0" i="0" u="none" strike="noStrike" cap="none" spc="-300" baseline="0">
          <a:ln>
            <a:noFill/>
          </a:ln>
          <a:solidFill>
            <a:srgbClr val="535353"/>
          </a:solidFill>
          <a:uFillTx/>
          <a:latin typeface="Open Sans Light"/>
          <a:ea typeface="Open Sans Light"/>
          <a:cs typeface="Open Sans Light"/>
          <a:sym typeface="Open Sans Light"/>
        </a:defRPr>
      </a:lvl2pPr>
      <a:lvl3pPr marL="0" marR="0" indent="0" algn="l" defTabSz="1828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000" b="0" i="0" u="none" strike="noStrike" cap="none" spc="-300" baseline="0">
          <a:ln>
            <a:noFill/>
          </a:ln>
          <a:solidFill>
            <a:srgbClr val="535353"/>
          </a:solidFill>
          <a:uFillTx/>
          <a:latin typeface="Open Sans Light"/>
          <a:ea typeface="Open Sans Light"/>
          <a:cs typeface="Open Sans Light"/>
          <a:sym typeface="Open Sans Light"/>
        </a:defRPr>
      </a:lvl3pPr>
      <a:lvl4pPr marL="0" marR="0" indent="0" algn="l" defTabSz="1828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000" b="0" i="0" u="none" strike="noStrike" cap="none" spc="-300" baseline="0">
          <a:ln>
            <a:noFill/>
          </a:ln>
          <a:solidFill>
            <a:srgbClr val="535353"/>
          </a:solidFill>
          <a:uFillTx/>
          <a:latin typeface="Open Sans Light"/>
          <a:ea typeface="Open Sans Light"/>
          <a:cs typeface="Open Sans Light"/>
          <a:sym typeface="Open Sans Light"/>
        </a:defRPr>
      </a:lvl4pPr>
      <a:lvl5pPr marL="0" marR="0" indent="0" algn="l" defTabSz="1828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000" b="0" i="0" u="none" strike="noStrike" cap="none" spc="-300" baseline="0">
          <a:ln>
            <a:noFill/>
          </a:ln>
          <a:solidFill>
            <a:srgbClr val="535353"/>
          </a:solidFill>
          <a:uFillTx/>
          <a:latin typeface="Open Sans Light"/>
          <a:ea typeface="Open Sans Light"/>
          <a:cs typeface="Open Sans Light"/>
          <a:sym typeface="Open Sans Light"/>
        </a:defRPr>
      </a:lvl5pPr>
      <a:lvl6pPr marL="0" marR="0" indent="0" algn="l" defTabSz="1828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000" b="0" i="0" u="none" strike="noStrike" cap="none" spc="-300" baseline="0">
          <a:ln>
            <a:noFill/>
          </a:ln>
          <a:solidFill>
            <a:srgbClr val="535353"/>
          </a:solidFill>
          <a:uFillTx/>
          <a:latin typeface="Open Sans Light"/>
          <a:ea typeface="Open Sans Light"/>
          <a:cs typeface="Open Sans Light"/>
          <a:sym typeface="Open Sans Light"/>
        </a:defRPr>
      </a:lvl6pPr>
      <a:lvl7pPr marL="0" marR="0" indent="0" algn="l" defTabSz="1828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000" b="0" i="0" u="none" strike="noStrike" cap="none" spc="-300" baseline="0">
          <a:ln>
            <a:noFill/>
          </a:ln>
          <a:solidFill>
            <a:srgbClr val="535353"/>
          </a:solidFill>
          <a:uFillTx/>
          <a:latin typeface="Open Sans Light"/>
          <a:ea typeface="Open Sans Light"/>
          <a:cs typeface="Open Sans Light"/>
          <a:sym typeface="Open Sans Light"/>
        </a:defRPr>
      </a:lvl7pPr>
      <a:lvl8pPr marL="0" marR="0" indent="0" algn="l" defTabSz="1828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000" b="0" i="0" u="none" strike="noStrike" cap="none" spc="-300" baseline="0">
          <a:ln>
            <a:noFill/>
          </a:ln>
          <a:solidFill>
            <a:srgbClr val="535353"/>
          </a:solidFill>
          <a:uFillTx/>
          <a:latin typeface="Open Sans Light"/>
          <a:ea typeface="Open Sans Light"/>
          <a:cs typeface="Open Sans Light"/>
          <a:sym typeface="Open Sans Light"/>
        </a:defRPr>
      </a:lvl8pPr>
      <a:lvl9pPr marL="0" marR="0" indent="0" algn="l" defTabSz="1828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000" b="0" i="0" u="none" strike="noStrike" cap="none" spc="-300" baseline="0">
          <a:ln>
            <a:noFill/>
          </a:ln>
          <a:solidFill>
            <a:srgbClr val="535353"/>
          </a:solidFill>
          <a:uFillTx/>
          <a:latin typeface="Open Sans Light"/>
          <a:ea typeface="Open Sans Light"/>
          <a:cs typeface="Open Sans Light"/>
          <a:sym typeface="Open Sans Light"/>
        </a:defRPr>
      </a:lvl9pPr>
    </p:titleStyle>
    <p:bodyStyle>
      <a:lvl1pPr marL="244928" marR="0" indent="-244928" algn="l" defTabSz="1828800" rtl="0" latinLnBrk="0">
        <a:lnSpc>
          <a:spcPct val="100000"/>
        </a:lnSpc>
        <a:spcBef>
          <a:spcPts val="0"/>
        </a:spcBef>
        <a:spcAft>
          <a:spcPts val="0"/>
        </a:spcAft>
        <a:buClrTx/>
        <a:buSzPct val="100000"/>
        <a:buFont typeface="Arial"/>
        <a:buChar char="•"/>
        <a:tabLst/>
        <a:defRPr sz="3000" b="0" i="0" u="none" strike="noStrike" cap="none" spc="-150" baseline="0">
          <a:ln>
            <a:noFill/>
          </a:ln>
          <a:solidFill>
            <a:srgbClr val="535353"/>
          </a:solidFill>
          <a:uFillTx/>
          <a:latin typeface="Open Sans Light"/>
          <a:ea typeface="Open Sans Light"/>
          <a:cs typeface="Open Sans Light"/>
          <a:sym typeface="Open Sans Light"/>
        </a:defRPr>
      </a:lvl1pPr>
      <a:lvl2pPr marL="742950" marR="0" indent="-285750" algn="l" defTabSz="1828800" rtl="0" latinLnBrk="0">
        <a:lnSpc>
          <a:spcPct val="100000"/>
        </a:lnSpc>
        <a:spcBef>
          <a:spcPts val="0"/>
        </a:spcBef>
        <a:spcAft>
          <a:spcPts val="0"/>
        </a:spcAft>
        <a:buClrTx/>
        <a:buSzPct val="100000"/>
        <a:buFont typeface="Arial"/>
        <a:buChar char="•"/>
        <a:tabLst/>
        <a:defRPr sz="3000" b="0" i="0" u="none" strike="noStrike" cap="none" spc="-150" baseline="0">
          <a:ln>
            <a:noFill/>
          </a:ln>
          <a:solidFill>
            <a:srgbClr val="535353"/>
          </a:solidFill>
          <a:uFillTx/>
          <a:latin typeface="Open Sans Light"/>
          <a:ea typeface="Open Sans Light"/>
          <a:cs typeface="Open Sans Light"/>
          <a:sym typeface="Open Sans Light"/>
        </a:defRPr>
      </a:lvl2pPr>
      <a:lvl3pPr marL="1257300" marR="0" indent="-342900" algn="l" defTabSz="1828800" rtl="0" latinLnBrk="0">
        <a:lnSpc>
          <a:spcPct val="100000"/>
        </a:lnSpc>
        <a:spcBef>
          <a:spcPts val="0"/>
        </a:spcBef>
        <a:spcAft>
          <a:spcPts val="0"/>
        </a:spcAft>
        <a:buClrTx/>
        <a:buSzPct val="100000"/>
        <a:buFont typeface="Arial"/>
        <a:buChar char="•"/>
        <a:tabLst/>
        <a:defRPr sz="3000" b="0" i="0" u="none" strike="noStrike" cap="none" spc="-150" baseline="0">
          <a:ln>
            <a:noFill/>
          </a:ln>
          <a:solidFill>
            <a:srgbClr val="535353"/>
          </a:solidFill>
          <a:uFillTx/>
          <a:latin typeface="Open Sans Light"/>
          <a:ea typeface="Open Sans Light"/>
          <a:cs typeface="Open Sans Light"/>
          <a:sym typeface="Open Sans Light"/>
        </a:defRPr>
      </a:lvl3pPr>
      <a:lvl4pPr marL="1752600" marR="0" indent="-381000" algn="l" defTabSz="1828800" rtl="0" latinLnBrk="0">
        <a:lnSpc>
          <a:spcPct val="100000"/>
        </a:lnSpc>
        <a:spcBef>
          <a:spcPts val="0"/>
        </a:spcBef>
        <a:spcAft>
          <a:spcPts val="0"/>
        </a:spcAft>
        <a:buClrTx/>
        <a:buSzPct val="100000"/>
        <a:buFont typeface="Arial"/>
        <a:buChar char="•"/>
        <a:tabLst/>
        <a:defRPr sz="3000" b="0" i="0" u="none" strike="noStrike" cap="none" spc="-150" baseline="0">
          <a:ln>
            <a:noFill/>
          </a:ln>
          <a:solidFill>
            <a:srgbClr val="535353"/>
          </a:solidFill>
          <a:uFillTx/>
          <a:latin typeface="Open Sans Light"/>
          <a:ea typeface="Open Sans Light"/>
          <a:cs typeface="Open Sans Light"/>
          <a:sym typeface="Open Sans Light"/>
        </a:defRPr>
      </a:lvl4pPr>
      <a:lvl5pPr marL="2209800" marR="0" indent="-381000" algn="l" defTabSz="1828800" rtl="0" latinLnBrk="0">
        <a:lnSpc>
          <a:spcPct val="100000"/>
        </a:lnSpc>
        <a:spcBef>
          <a:spcPts val="0"/>
        </a:spcBef>
        <a:spcAft>
          <a:spcPts val="0"/>
        </a:spcAft>
        <a:buClrTx/>
        <a:buSzPct val="100000"/>
        <a:buFont typeface="Arial"/>
        <a:buChar char="•"/>
        <a:tabLst/>
        <a:defRPr sz="3000" b="0" i="0" u="none" strike="noStrike" cap="none" spc="-150" baseline="0">
          <a:ln>
            <a:noFill/>
          </a:ln>
          <a:solidFill>
            <a:srgbClr val="535353"/>
          </a:solidFill>
          <a:uFillTx/>
          <a:latin typeface="Open Sans Light"/>
          <a:ea typeface="Open Sans Light"/>
          <a:cs typeface="Open Sans Light"/>
          <a:sym typeface="Open Sans Light"/>
        </a:defRPr>
      </a:lvl5pPr>
      <a:lvl6pPr marL="2667000" marR="0" indent="-381000" algn="l" defTabSz="1828800" rtl="0" latinLnBrk="0">
        <a:lnSpc>
          <a:spcPct val="100000"/>
        </a:lnSpc>
        <a:spcBef>
          <a:spcPts val="0"/>
        </a:spcBef>
        <a:spcAft>
          <a:spcPts val="0"/>
        </a:spcAft>
        <a:buClrTx/>
        <a:buSzPct val="100000"/>
        <a:buFont typeface="Arial"/>
        <a:buChar char="•"/>
        <a:tabLst/>
        <a:defRPr sz="3000" b="0" i="0" u="none" strike="noStrike" cap="none" spc="-150" baseline="0">
          <a:ln>
            <a:noFill/>
          </a:ln>
          <a:solidFill>
            <a:srgbClr val="535353"/>
          </a:solidFill>
          <a:uFillTx/>
          <a:latin typeface="Open Sans Light"/>
          <a:ea typeface="Open Sans Light"/>
          <a:cs typeface="Open Sans Light"/>
          <a:sym typeface="Open Sans Light"/>
        </a:defRPr>
      </a:lvl6pPr>
      <a:lvl7pPr marL="3124200" marR="0" indent="-381000" algn="l" defTabSz="1828800" rtl="0" latinLnBrk="0">
        <a:lnSpc>
          <a:spcPct val="100000"/>
        </a:lnSpc>
        <a:spcBef>
          <a:spcPts val="0"/>
        </a:spcBef>
        <a:spcAft>
          <a:spcPts val="0"/>
        </a:spcAft>
        <a:buClrTx/>
        <a:buSzPct val="100000"/>
        <a:buFont typeface="Arial"/>
        <a:buChar char="•"/>
        <a:tabLst/>
        <a:defRPr sz="3000" b="0" i="0" u="none" strike="noStrike" cap="none" spc="-150" baseline="0">
          <a:ln>
            <a:noFill/>
          </a:ln>
          <a:solidFill>
            <a:srgbClr val="535353"/>
          </a:solidFill>
          <a:uFillTx/>
          <a:latin typeface="Open Sans Light"/>
          <a:ea typeface="Open Sans Light"/>
          <a:cs typeface="Open Sans Light"/>
          <a:sym typeface="Open Sans Light"/>
        </a:defRPr>
      </a:lvl7pPr>
      <a:lvl8pPr marL="3581400" marR="0" indent="-381000" algn="l" defTabSz="1828800" rtl="0" latinLnBrk="0">
        <a:lnSpc>
          <a:spcPct val="100000"/>
        </a:lnSpc>
        <a:spcBef>
          <a:spcPts val="0"/>
        </a:spcBef>
        <a:spcAft>
          <a:spcPts val="0"/>
        </a:spcAft>
        <a:buClrTx/>
        <a:buSzPct val="100000"/>
        <a:buFont typeface="Arial"/>
        <a:buChar char="•"/>
        <a:tabLst/>
        <a:defRPr sz="3000" b="0" i="0" u="none" strike="noStrike" cap="none" spc="-150" baseline="0">
          <a:ln>
            <a:noFill/>
          </a:ln>
          <a:solidFill>
            <a:srgbClr val="535353"/>
          </a:solidFill>
          <a:uFillTx/>
          <a:latin typeface="Open Sans Light"/>
          <a:ea typeface="Open Sans Light"/>
          <a:cs typeface="Open Sans Light"/>
          <a:sym typeface="Open Sans Light"/>
        </a:defRPr>
      </a:lvl8pPr>
      <a:lvl9pPr marL="4038600" marR="0" indent="-381000" algn="l" defTabSz="1828800" rtl="0" latinLnBrk="0">
        <a:lnSpc>
          <a:spcPct val="100000"/>
        </a:lnSpc>
        <a:spcBef>
          <a:spcPts val="0"/>
        </a:spcBef>
        <a:spcAft>
          <a:spcPts val="0"/>
        </a:spcAft>
        <a:buClrTx/>
        <a:buSzPct val="100000"/>
        <a:buFont typeface="Arial"/>
        <a:buChar char="•"/>
        <a:tabLst/>
        <a:defRPr sz="3000" b="0" i="0" u="none" strike="noStrike" cap="none" spc="-150" baseline="0">
          <a:ln>
            <a:noFill/>
          </a:ln>
          <a:solidFill>
            <a:srgbClr val="535353"/>
          </a:solidFill>
          <a:uFillTx/>
          <a:latin typeface="Open Sans Light"/>
          <a:ea typeface="Open Sans Light"/>
          <a:cs typeface="Open Sans Light"/>
          <a:sym typeface="Open Sans Light"/>
        </a:defRPr>
      </a:lvl9pPr>
    </p:bodyStyle>
    <p:otherStyle>
      <a:lvl1pPr marL="0" marR="0" indent="0" algn="l" defTabSz="1828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000" b="0" i="0" u="none" strike="noStrike" cap="none" spc="-15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Open Sans Light"/>
        </a:defRPr>
      </a:lvl1pPr>
      <a:lvl2pPr marL="0" marR="0" indent="457200" algn="l" defTabSz="1828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000" b="0" i="0" u="none" strike="noStrike" cap="none" spc="-15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Open Sans Light"/>
        </a:defRPr>
      </a:lvl2pPr>
      <a:lvl3pPr marL="0" marR="0" indent="914400" algn="l" defTabSz="1828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000" b="0" i="0" u="none" strike="noStrike" cap="none" spc="-15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Open Sans Light"/>
        </a:defRPr>
      </a:lvl3pPr>
      <a:lvl4pPr marL="0" marR="0" indent="1371600" algn="l" defTabSz="1828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000" b="0" i="0" u="none" strike="noStrike" cap="none" spc="-15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Open Sans Light"/>
        </a:defRPr>
      </a:lvl4pPr>
      <a:lvl5pPr marL="0" marR="0" indent="1828800" algn="l" defTabSz="1828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000" b="0" i="0" u="none" strike="noStrike" cap="none" spc="-15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Open Sans Light"/>
        </a:defRPr>
      </a:lvl5pPr>
      <a:lvl6pPr marL="0" marR="0" indent="2286000" algn="l" defTabSz="1828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000" b="0" i="0" u="none" strike="noStrike" cap="none" spc="-15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Open Sans Light"/>
        </a:defRPr>
      </a:lvl6pPr>
      <a:lvl7pPr marL="0" marR="0" indent="2743200" algn="l" defTabSz="1828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000" b="0" i="0" u="none" strike="noStrike" cap="none" spc="-15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Open Sans Light"/>
        </a:defRPr>
      </a:lvl7pPr>
      <a:lvl8pPr marL="0" marR="0" indent="3200400" algn="l" defTabSz="1828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000" b="0" i="0" u="none" strike="noStrike" cap="none" spc="-15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Open Sans Light"/>
        </a:defRPr>
      </a:lvl8pPr>
      <a:lvl9pPr marL="0" marR="0" indent="3657600" algn="l" defTabSz="1828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000" b="0" i="0" u="none" strike="noStrike" cap="none" spc="-15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Open Sans Ligh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TÍTULO DE LA PRESENTACIÓN"/>
          <p:cNvSpPr txBox="1">
            <a:spLocks noGrp="1"/>
          </p:cNvSpPr>
          <p:nvPr>
            <p:ph type="body" idx="13"/>
          </p:nvPr>
        </p:nvSpPr>
        <p:spPr>
          <a:xfrm>
            <a:off x="3007324" y="4133482"/>
            <a:ext cx="17780000" cy="1292660"/>
          </a:xfrm>
          <a:prstGeom prst="rect">
            <a:avLst/>
          </a:prstGeom>
        </p:spPr>
        <p:txBody>
          <a:bodyPr/>
          <a:lstStyle/>
          <a:p>
            <a:pPr marL="0" indent="0" algn="ctr">
              <a:buSzTx/>
              <a:buFontTx/>
              <a:buNone/>
              <a:defRPr sz="9000" spc="-450">
                <a:solidFill>
                  <a:srgbClr val="5E5E5E"/>
                </a:solidFill>
                <a:latin typeface="+mn-lt"/>
                <a:ea typeface="+mn-ea"/>
                <a:cs typeface="+mn-cs"/>
                <a:sym typeface="Open Sans"/>
              </a:defRPr>
            </a:pPr>
            <a:r>
              <a:rPr lang="es-CL" sz="7200" b="1" dirty="0">
                <a:solidFill>
                  <a:srgbClr val="C00000"/>
                </a:solidFill>
              </a:rPr>
              <a:t>Defensa Proyecto de Título</a:t>
            </a:r>
          </a:p>
        </p:txBody>
      </p:sp>
      <p:sp>
        <p:nvSpPr>
          <p:cNvPr id="4" name="Rectángulo 3"/>
          <p:cNvSpPr/>
          <p:nvPr/>
        </p:nvSpPr>
        <p:spPr>
          <a:xfrm>
            <a:off x="1186152" y="8241398"/>
            <a:ext cx="11798328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18288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4000" b="1" i="0" u="none" strike="noStrike" kern="0" cap="none" spc="-15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LnTx/>
                <a:uFillTx/>
                <a:sym typeface="Open Sans Light"/>
              </a:rPr>
              <a:t>Nombre alumno 1</a:t>
            </a:r>
          </a:p>
          <a:p>
            <a:pPr marL="0" marR="0" lvl="0" indent="0" defTabSz="18288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4000" b="1" i="0" u="none" strike="noStrike" kern="0" cap="none" spc="-15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LnTx/>
                <a:uFillTx/>
                <a:sym typeface="Open Sans Light"/>
              </a:rPr>
              <a:t>Nombre alumno 2</a:t>
            </a:r>
          </a:p>
          <a:p>
            <a:pPr marL="0" marR="0" lvl="0" indent="0" defTabSz="18288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4000" b="1" i="0" u="none" strike="noStrike" kern="0" cap="none" spc="-15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LnTx/>
                <a:uFillTx/>
                <a:sym typeface="Open Sans Light"/>
              </a:rPr>
              <a:t>Nombre alumno 3</a:t>
            </a:r>
          </a:p>
          <a:p>
            <a:pPr marL="0" marR="0" lvl="0" indent="0" defTabSz="18288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4000" b="1" i="0" u="none" strike="noStrike" kern="0" cap="none" spc="-15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LnTx/>
                <a:uFillTx/>
                <a:sym typeface="Open Sans Light"/>
              </a:rPr>
              <a:t>Fecha:</a:t>
            </a:r>
          </a:p>
        </p:txBody>
      </p:sp>
      <p:sp>
        <p:nvSpPr>
          <p:cNvPr id="2" name="TÍTULO DE LA PRESENTACIÓN">
            <a:extLst>
              <a:ext uri="{FF2B5EF4-FFF2-40B4-BE49-F238E27FC236}">
                <a16:creationId xmlns:a16="http://schemas.microsoft.com/office/drawing/2014/main" id="{83C38FF6-4F02-1B45-CFB6-3844DFED8E15}"/>
              </a:ext>
            </a:extLst>
          </p:cNvPr>
          <p:cNvSpPr txBox="1">
            <a:spLocks/>
          </p:cNvSpPr>
          <p:nvPr/>
        </p:nvSpPr>
        <p:spPr>
          <a:xfrm>
            <a:off x="3007324" y="5842339"/>
            <a:ext cx="17780000" cy="1107994"/>
          </a:xfrm>
          <a:prstGeom prst="rect">
            <a:avLst/>
          </a:prstGeom>
          <a:ln w="254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tIns="91439" bIns="91439" anchor="b">
            <a:spAutoFit/>
          </a:bodyPr>
          <a:lstStyle>
            <a:lvl1pPr marL="244928" marR="0" indent="-244928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3000" b="0" i="0" u="none" strike="noStrike" cap="none" spc="-15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marL="742950" marR="0" indent="-285750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3000" b="0" i="0" u="none" strike="noStrike" cap="none" spc="-15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marL="1257300" marR="0" indent="-342900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3000" b="0" i="0" u="none" strike="noStrike" cap="none" spc="-15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marL="1752600" marR="0" indent="-381000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3000" b="0" i="0" u="none" strike="noStrike" cap="none" spc="-15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marL="2209800" marR="0" indent="-381000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3000" b="0" i="0" u="none" strike="noStrike" cap="none" spc="-15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marL="2667000" marR="0" indent="-381000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3000" b="0" i="0" u="none" strike="noStrike" cap="none" spc="-15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marL="3124200" marR="0" indent="-381000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3000" b="0" i="0" u="none" strike="noStrike" cap="none" spc="-15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marL="3581400" marR="0" indent="-381000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3000" b="0" i="0" u="none" strike="noStrike" cap="none" spc="-15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marL="4038600" marR="0" indent="-381000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3000" b="0" i="0" u="none" strike="noStrike" cap="none" spc="-15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>
            <a:pPr marL="0" indent="0" algn="ctr" hangingPunct="1">
              <a:buSzTx/>
              <a:buFontTx/>
              <a:buNone/>
              <a:defRPr sz="9000" spc="-450">
                <a:solidFill>
                  <a:srgbClr val="5E5E5E"/>
                </a:solidFill>
                <a:latin typeface="+mn-lt"/>
                <a:ea typeface="+mn-ea"/>
                <a:cs typeface="+mn-cs"/>
                <a:sym typeface="Open Sans"/>
              </a:defRPr>
            </a:pPr>
            <a:r>
              <a:rPr lang="es-CL" sz="6000" b="1" spc="-450" dirty="0">
                <a:solidFill>
                  <a:schemeClr val="tx1">
                    <a:lumMod val="50000"/>
                  </a:schemeClr>
                </a:solidFill>
                <a:latin typeface="+mn-lt"/>
                <a:ea typeface="+mn-ea"/>
                <a:cs typeface="+mn-cs"/>
                <a:sym typeface="Open Sans"/>
              </a:rPr>
              <a:t>Nombre Proyecto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AF7E6727-5FAD-6846-C102-FFC0D6D38C8B}"/>
              </a:ext>
            </a:extLst>
          </p:cNvPr>
          <p:cNvSpPr/>
          <p:nvPr/>
        </p:nvSpPr>
        <p:spPr>
          <a:xfrm>
            <a:off x="17007840" y="11076038"/>
            <a:ext cx="6842724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18288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4000" b="1" i="0" u="none" strike="noStrike" kern="0" cap="none" spc="-15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LnTx/>
                <a:uFillTx/>
                <a:sym typeface="Open Sans Light"/>
              </a:rPr>
              <a:t>Nombre Docente Asignatura</a:t>
            </a:r>
          </a:p>
        </p:txBody>
      </p:sp>
    </p:spTree>
    <p:extLst>
      <p:ext uri="{BB962C8B-B14F-4D97-AF65-F5344CB8AC3E}">
        <p14:creationId xmlns:p14="http://schemas.microsoft.com/office/powerpoint/2010/main" val="3542011336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AAA2843-80BE-DFF8-5FDE-41D77327894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95499" y="845745"/>
            <a:ext cx="16981241" cy="923328"/>
          </a:xfrm>
        </p:spPr>
        <p:txBody>
          <a:bodyPr/>
          <a:lstStyle/>
          <a:p>
            <a:pPr marL="0" indent="0">
              <a:buNone/>
            </a:pPr>
            <a:r>
              <a:rPr lang="es-CL" sz="4800" b="1" dirty="0"/>
              <a:t>Índice de contenidos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72962A6-61E8-DA6E-ABEF-4116C2E35E7F}"/>
              </a:ext>
            </a:extLst>
          </p:cNvPr>
          <p:cNvSpPr txBox="1">
            <a:spLocks/>
          </p:cNvSpPr>
          <p:nvPr/>
        </p:nvSpPr>
        <p:spPr>
          <a:xfrm>
            <a:off x="7458900" y="845745"/>
            <a:ext cx="14633558" cy="1193039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rgbClr val="FF0000"/>
                </a:solidFill>
                <a:latin typeface="Myriad Pro"/>
                <a:ea typeface="+mj-ea"/>
                <a:cs typeface="Myriad Pro"/>
              </a:defRPr>
            </a:lvl1pPr>
          </a:lstStyle>
          <a:p>
            <a:pPr marL="514350" indent="-514350">
              <a:buFont typeface="Arial" panose="020B0604020202020204" pitchFamily="34" charset="0"/>
              <a:buChar char="•"/>
            </a:pPr>
            <a:r>
              <a:rPr lang="es-CL" sz="4000" dirty="0">
                <a:solidFill>
                  <a:schemeClr val="tx1">
                    <a:lumMod val="50000"/>
                  </a:schemeClr>
                </a:solidFill>
                <a:latin typeface="+mn-lt"/>
              </a:rPr>
              <a:t>Análisis de la problemática.</a:t>
            </a:r>
          </a:p>
          <a:p>
            <a:pPr marL="901700" lvl="1" indent="-350838">
              <a:buFont typeface="Arial" panose="020B0604020202020204" pitchFamily="34" charset="0"/>
              <a:buChar char="•"/>
            </a:pPr>
            <a:r>
              <a:rPr lang="es-CL" sz="4000" dirty="0">
                <a:solidFill>
                  <a:schemeClr val="tx1">
                    <a:lumMod val="50000"/>
                  </a:schemeClr>
                </a:solidFill>
                <a:latin typeface="+mn-lt"/>
              </a:rPr>
              <a:t>Identificación del problema.</a:t>
            </a:r>
          </a:p>
          <a:p>
            <a:pPr marL="901700" lvl="1" indent="-350838">
              <a:buFont typeface="Arial" panose="020B0604020202020204" pitchFamily="34" charset="0"/>
              <a:buChar char="•"/>
            </a:pPr>
            <a:r>
              <a:rPr lang="es-CL" sz="4000" dirty="0">
                <a:solidFill>
                  <a:schemeClr val="tx1">
                    <a:lumMod val="50000"/>
                  </a:schemeClr>
                </a:solidFill>
                <a:latin typeface="+mn-lt"/>
              </a:rPr>
              <a:t>Afectados e interesados en el proyecto.</a:t>
            </a: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es-CL" sz="4000" dirty="0">
                <a:solidFill>
                  <a:schemeClr val="tx1">
                    <a:lumMod val="50000"/>
                  </a:schemeClr>
                </a:solidFill>
                <a:latin typeface="+mn-lt"/>
              </a:rPr>
              <a:t>Análisis de la Solución.</a:t>
            </a:r>
          </a:p>
          <a:p>
            <a:pPr marL="901700" lvl="1" indent="-350838">
              <a:buFont typeface="Arial" panose="020B0604020202020204" pitchFamily="34" charset="0"/>
              <a:buChar char="•"/>
            </a:pPr>
            <a:r>
              <a:rPr lang="es-CL" sz="4000" dirty="0">
                <a:solidFill>
                  <a:schemeClr val="tx1">
                    <a:lumMod val="50000"/>
                  </a:schemeClr>
                </a:solidFill>
                <a:latin typeface="+mn-lt"/>
              </a:rPr>
              <a:t>Alcance y restricciones.</a:t>
            </a:r>
          </a:p>
          <a:p>
            <a:pPr marL="901700" lvl="1" indent="-350838">
              <a:buFont typeface="Arial" panose="020B0604020202020204" pitchFamily="34" charset="0"/>
              <a:buChar char="•"/>
            </a:pPr>
            <a:r>
              <a:rPr lang="es-CL" sz="4000" dirty="0">
                <a:solidFill>
                  <a:schemeClr val="tx1">
                    <a:lumMod val="50000"/>
                  </a:schemeClr>
                </a:solidFill>
                <a:latin typeface="+mn-lt"/>
              </a:rPr>
              <a:t>Procesos de negocio involucrados.</a:t>
            </a: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es-CL" sz="4000" dirty="0">
                <a:solidFill>
                  <a:schemeClr val="tx1">
                    <a:lumMod val="50000"/>
                  </a:schemeClr>
                </a:solidFill>
                <a:latin typeface="+mn-lt"/>
              </a:rPr>
              <a:t>Objetivos el Proyecto.</a:t>
            </a:r>
          </a:p>
          <a:p>
            <a:pPr marL="901700" lvl="1" indent="-350838">
              <a:buFont typeface="Arial" panose="020B0604020202020204" pitchFamily="34" charset="0"/>
              <a:buChar char="•"/>
            </a:pPr>
            <a:r>
              <a:rPr lang="es-CL" sz="4000" dirty="0">
                <a:solidFill>
                  <a:schemeClr val="tx1">
                    <a:lumMod val="50000"/>
                  </a:schemeClr>
                </a:solidFill>
                <a:latin typeface="+mn-lt"/>
              </a:rPr>
              <a:t>Objetivo general.</a:t>
            </a:r>
          </a:p>
          <a:p>
            <a:pPr marL="901700" lvl="1" indent="-350838">
              <a:buFont typeface="Arial" panose="020B0604020202020204" pitchFamily="34" charset="0"/>
              <a:buChar char="•"/>
            </a:pPr>
            <a:r>
              <a:rPr lang="es-CL" sz="4000" dirty="0">
                <a:solidFill>
                  <a:schemeClr val="tx1">
                    <a:lumMod val="50000"/>
                  </a:schemeClr>
                </a:solidFill>
                <a:latin typeface="+mn-lt"/>
              </a:rPr>
              <a:t>Objetivos Específicos.</a:t>
            </a: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es-CL" sz="4000" dirty="0">
                <a:solidFill>
                  <a:schemeClr val="tx1">
                    <a:lumMod val="50000"/>
                  </a:schemeClr>
                </a:solidFill>
                <a:latin typeface="+mn-lt"/>
              </a:rPr>
              <a:t>Análisis Técnico.</a:t>
            </a:r>
          </a:p>
          <a:p>
            <a:pPr marL="901700" lvl="1" indent="-350838">
              <a:buFont typeface="Arial" panose="020B0604020202020204" pitchFamily="34" charset="0"/>
              <a:buChar char="•"/>
            </a:pPr>
            <a:r>
              <a:rPr lang="es-CL" sz="4000" dirty="0">
                <a:solidFill>
                  <a:schemeClr val="tx1">
                    <a:lumMod val="50000"/>
                  </a:schemeClr>
                </a:solidFill>
                <a:latin typeface="+mn-lt"/>
              </a:rPr>
              <a:t>Metodología de Desarrollo.</a:t>
            </a:r>
          </a:p>
          <a:p>
            <a:pPr marL="901700" lvl="1" indent="-350838">
              <a:buFont typeface="Arial" panose="020B0604020202020204" pitchFamily="34" charset="0"/>
              <a:buChar char="•"/>
            </a:pPr>
            <a:r>
              <a:rPr lang="es-CL" sz="4000" dirty="0">
                <a:solidFill>
                  <a:schemeClr val="tx1">
                    <a:lumMod val="50000"/>
                  </a:schemeClr>
                </a:solidFill>
                <a:latin typeface="+mn-lt"/>
              </a:rPr>
              <a:t>Diseño de Arquitectura.</a:t>
            </a:r>
          </a:p>
          <a:p>
            <a:pPr marL="901700" lvl="1" indent="-350838">
              <a:buFont typeface="Arial" panose="020B0604020202020204" pitchFamily="34" charset="0"/>
              <a:buChar char="•"/>
            </a:pPr>
            <a:r>
              <a:rPr lang="es-CL" sz="4000" dirty="0">
                <a:solidFill>
                  <a:schemeClr val="tx1">
                    <a:lumMod val="50000"/>
                  </a:schemeClr>
                </a:solidFill>
                <a:latin typeface="+mn-lt"/>
              </a:rPr>
              <a:t>Diseño de Infraestructura.</a:t>
            </a:r>
          </a:p>
          <a:p>
            <a:pPr marL="514350" lvl="1" indent="-514350" defTabSz="457200" hangingPunct="1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s-CL" sz="4000" kern="1200" dirty="0">
                <a:solidFill>
                  <a:schemeClr val="tx1">
                    <a:lumMod val="50000"/>
                  </a:schemeClr>
                </a:solidFill>
                <a:latin typeface="+mn-lt"/>
                <a:ea typeface="+mj-ea"/>
              </a:rPr>
              <a:t>Análisis de sustentabilidad.</a:t>
            </a:r>
          </a:p>
          <a:p>
            <a:pPr marL="901700" lvl="1" indent="-350838">
              <a:buFont typeface="Arial" panose="020B0604020202020204" pitchFamily="34" charset="0"/>
              <a:buChar char="•"/>
            </a:pPr>
            <a:r>
              <a:rPr lang="es-CL" sz="4000" dirty="0">
                <a:solidFill>
                  <a:schemeClr val="tx1">
                    <a:lumMod val="50000"/>
                  </a:schemeClr>
                </a:solidFill>
                <a:latin typeface="+mn-lt"/>
              </a:rPr>
              <a:t>Factibilidad Técnica.</a:t>
            </a:r>
          </a:p>
          <a:p>
            <a:pPr marL="901700" lvl="1" indent="-350838">
              <a:buFont typeface="Arial" panose="020B0604020202020204" pitchFamily="34" charset="0"/>
              <a:buChar char="•"/>
            </a:pPr>
            <a:r>
              <a:rPr lang="es-CL" sz="4000" dirty="0">
                <a:solidFill>
                  <a:schemeClr val="tx1">
                    <a:lumMod val="50000"/>
                  </a:schemeClr>
                </a:solidFill>
                <a:latin typeface="+mn-lt"/>
              </a:rPr>
              <a:t>Factibilidad Implementativa.</a:t>
            </a:r>
          </a:p>
          <a:p>
            <a:pPr marL="901700" lvl="1" indent="-350838">
              <a:buFont typeface="Arial" panose="020B0604020202020204" pitchFamily="34" charset="0"/>
              <a:buChar char="•"/>
            </a:pPr>
            <a:r>
              <a:rPr lang="es-CL" sz="4000" dirty="0">
                <a:solidFill>
                  <a:schemeClr val="tx1">
                    <a:lumMod val="50000"/>
                  </a:schemeClr>
                </a:solidFill>
                <a:latin typeface="+mn-lt"/>
              </a:rPr>
              <a:t>Factibilidad Económica.</a:t>
            </a:r>
          </a:p>
          <a:p>
            <a:pPr marL="901700" lvl="1" indent="-350838">
              <a:buFont typeface="Arial" panose="020B0604020202020204" pitchFamily="34" charset="0"/>
              <a:buChar char="•"/>
            </a:pPr>
            <a:r>
              <a:rPr lang="es-CL" sz="4000" dirty="0">
                <a:solidFill>
                  <a:schemeClr val="tx1">
                    <a:lumMod val="50000"/>
                  </a:schemeClr>
                </a:solidFill>
                <a:latin typeface="+mn-lt"/>
              </a:rPr>
              <a:t>Factibilidad Legal.</a:t>
            </a:r>
          </a:p>
          <a:p>
            <a:pPr marL="514350" lvl="1" indent="-514350" defTabSz="457200" hangingPunct="1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s-CL" sz="4000" kern="1200" dirty="0">
                <a:solidFill>
                  <a:schemeClr val="tx1">
                    <a:lumMod val="50000"/>
                  </a:schemeClr>
                </a:solidFill>
                <a:latin typeface="+mn-lt"/>
                <a:ea typeface="+mj-ea"/>
              </a:rPr>
              <a:t>Conclusiones</a:t>
            </a:r>
          </a:p>
          <a:p>
            <a:pPr marL="514350" lvl="1" indent="-514350" defTabSz="457200" hangingPunct="1">
              <a:spcBef>
                <a:spcPct val="0"/>
              </a:spcBef>
              <a:buFont typeface="Arial" panose="020B0604020202020204" pitchFamily="34" charset="0"/>
              <a:buChar char="•"/>
            </a:pPr>
            <a:endParaRPr lang="es-CL" sz="4000" kern="1200" dirty="0">
              <a:solidFill>
                <a:schemeClr val="tx1">
                  <a:lumMod val="50000"/>
                </a:schemeClr>
              </a:solidFill>
              <a:latin typeface="+mn-lt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219294934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AAA2843-80BE-DFF8-5FDE-41D77327894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8379" y="1272465"/>
            <a:ext cx="16981241" cy="738662"/>
          </a:xfrm>
        </p:spPr>
        <p:txBody>
          <a:bodyPr/>
          <a:lstStyle/>
          <a:p>
            <a:pPr marL="0" indent="0">
              <a:buNone/>
            </a:pPr>
            <a:r>
              <a:rPr lang="es-CL" sz="3600" dirty="0"/>
              <a:t>Desarrollo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9386C088-094E-1A79-8CED-0BA6F62AA484}"/>
              </a:ext>
            </a:extLst>
          </p:cNvPr>
          <p:cNvSpPr txBox="1"/>
          <p:nvPr/>
        </p:nvSpPr>
        <p:spPr>
          <a:xfrm>
            <a:off x="1278379" y="4624753"/>
            <a:ext cx="20100293" cy="2031323"/>
          </a:xfrm>
          <a:prstGeom prst="rect">
            <a:avLst/>
          </a:prstGeom>
          <a:noFill/>
          <a:ln w="254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439" tIns="91439" rIns="91439" bIns="91439" numCol="1" spcCol="38100" rtlCol="0" anchor="t">
            <a:spAutoFit/>
          </a:bodyPr>
          <a:lstStyle/>
          <a:p>
            <a:pPr marL="0" marR="0" indent="0" algn="ctr" defTabSz="18288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s-CL" sz="3000" b="0" i="0" u="none" strike="noStrike" cap="none" spc="-150" normalizeH="0" baseline="0" dirty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Open Sans Light"/>
              </a:rPr>
              <a:t>En este apartado se debe concretar el objetivo de la exposición, plantear las ideas principales, manteniendo la atención de la audiencia. </a:t>
            </a:r>
          </a:p>
          <a:p>
            <a:pPr marL="0" marR="0" indent="0" algn="ctr" defTabSz="18288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s-CL" sz="3000" b="0" i="0" u="none" strike="noStrike" cap="none" spc="-150" normalizeH="0" baseline="0" dirty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Open Sans Light"/>
              </a:rPr>
              <a:t>Este apartado puede incluir varias láminas dependiendo de la extensión del trabajo. Es importante definir </a:t>
            </a:r>
            <a:r>
              <a:rPr lang="es-CL" dirty="0">
                <a:solidFill>
                  <a:srgbClr val="FF0000"/>
                </a:solidFill>
              </a:rPr>
              <a:t>la </a:t>
            </a:r>
            <a:r>
              <a:rPr kumimoji="0" lang="es-CL" sz="3000" b="0" i="0" u="none" strike="noStrike" cap="none" spc="-150" normalizeH="0" baseline="0" dirty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Open Sans Light"/>
              </a:rPr>
              <a:t>cantidad en función de la estructura del trabajo. Así como también del tiempo que el estudiante tiene para exponer sus ideas.</a:t>
            </a:r>
          </a:p>
        </p:txBody>
      </p:sp>
    </p:spTree>
    <p:extLst>
      <p:ext uri="{BB962C8B-B14F-4D97-AF65-F5344CB8AC3E}">
        <p14:creationId xmlns:p14="http://schemas.microsoft.com/office/powerpoint/2010/main" val="1522627924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16FE7EEB-E388-0F7D-E4DC-F2C51EA41D0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8379" y="1272465"/>
            <a:ext cx="16981241" cy="646329"/>
          </a:xfrm>
        </p:spPr>
        <p:txBody>
          <a:bodyPr/>
          <a:lstStyle/>
          <a:p>
            <a:pPr marL="0" indent="0">
              <a:buNone/>
            </a:pPr>
            <a:r>
              <a:rPr lang="es-CL" dirty="0"/>
              <a:t>Conclusiones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C7DBCF44-2D1E-4D22-845B-0D91E01E7F05}"/>
              </a:ext>
            </a:extLst>
          </p:cNvPr>
          <p:cNvSpPr txBox="1"/>
          <p:nvPr/>
        </p:nvSpPr>
        <p:spPr>
          <a:xfrm>
            <a:off x="1278379" y="4624753"/>
            <a:ext cx="20100293" cy="1107994"/>
          </a:xfrm>
          <a:prstGeom prst="rect">
            <a:avLst/>
          </a:prstGeom>
          <a:noFill/>
          <a:ln w="254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439" tIns="91439" rIns="91439" bIns="91439" numCol="1" spcCol="38100" rtlCol="0" anchor="t">
            <a:spAutoFit/>
          </a:bodyPr>
          <a:lstStyle/>
          <a:p>
            <a:pPr marL="0" marR="0" indent="0" algn="ctr" defTabSz="18288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s-CL" sz="3000" b="0" i="0" u="none" strike="noStrike" cap="none" spc="-150" normalizeH="0" baseline="0" dirty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Open Sans Light"/>
              </a:rPr>
              <a:t>El objetivo de este punto es resumir el punto central de la exposición respondiendo a la pregunta inicial o problema abordado en el trabajo.</a:t>
            </a:r>
          </a:p>
        </p:txBody>
      </p:sp>
    </p:spTree>
    <p:extLst>
      <p:ext uri="{BB962C8B-B14F-4D97-AF65-F5344CB8AC3E}">
        <p14:creationId xmlns:p14="http://schemas.microsoft.com/office/powerpoint/2010/main" val="2702851621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Tema de Office">
  <a:themeElements>
    <a:clrScheme name="Tema de Office">
      <a:dk1>
        <a:srgbClr val="535353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Tema de Office">
      <a:majorFont>
        <a:latin typeface="Open Sans"/>
        <a:ea typeface="Open Sans"/>
        <a:cs typeface="Open Sans"/>
      </a:majorFont>
      <a:minorFont>
        <a:latin typeface="Open Sans"/>
        <a:ea typeface="Open Sans"/>
        <a:cs typeface="Open Sans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3">
            <a:lumOff val="-12941"/>
          </a:schemeClr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63500" tIns="63500" rIns="63500" bIns="63500" numCol="1" spcCol="38100" rtlCol="0" anchor="ctr">
        <a:spAutoFit/>
      </a:bodyPr>
      <a:lstStyle>
        <a:defPPr marL="0" marR="0" indent="0" algn="ctr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4000" b="1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Open Sans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25400" cap="flat">
          <a:noFill/>
          <a:miter lim="400000"/>
        </a:ln>
        <a:effectLst/>
        <a:sp3d/>
      </a:spPr>
      <a:bodyPr rot="0" spcFirstLastPara="1" vertOverflow="overflow" horzOverflow="overflow" vert="horz" wrap="square" lIns="91439" tIns="91439" rIns="91439" bIns="91439" numCol="1" spcCol="38100" rtlCol="0" anchor="t">
        <a:spAutoFit/>
      </a:bodyPr>
      <a:lstStyle>
        <a:defPPr marL="0" marR="0" indent="0" algn="l" defTabSz="18288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000" b="0" i="0" u="none" strike="noStrike" cap="none" spc="-150" normalizeH="0" baseline="0">
            <a:ln>
              <a:noFill/>
            </a:ln>
            <a:solidFill>
              <a:srgbClr val="535353"/>
            </a:solidFill>
            <a:effectLst/>
            <a:uFillTx/>
            <a:latin typeface="Open Sans Light"/>
            <a:ea typeface="Open Sans Light"/>
            <a:cs typeface="Open Sans Light"/>
            <a:sym typeface="Open Sans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1_Tema de Office">
  <a:themeElements>
    <a:clrScheme name="Tema de Office">
      <a:dk1>
        <a:srgbClr val="535353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Tema de Office">
      <a:majorFont>
        <a:latin typeface="Open Sans"/>
        <a:ea typeface="Open Sans"/>
        <a:cs typeface="Open Sans"/>
      </a:majorFont>
      <a:minorFont>
        <a:latin typeface="Open Sans"/>
        <a:ea typeface="Open Sans"/>
        <a:cs typeface="Open Sans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3">
            <a:lumOff val="-12941"/>
          </a:schemeClr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63500" tIns="63500" rIns="63500" bIns="63500" numCol="1" spcCol="38100" rtlCol="0" anchor="ctr">
        <a:spAutoFit/>
      </a:bodyPr>
      <a:lstStyle>
        <a:defPPr marL="0" marR="0" indent="0" algn="ctr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4000" b="1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Open Sans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25400" cap="flat">
          <a:noFill/>
          <a:miter lim="400000"/>
        </a:ln>
        <a:effectLst/>
        <a:sp3d/>
      </a:spPr>
      <a:bodyPr rot="0" spcFirstLastPara="1" vertOverflow="overflow" horzOverflow="overflow" vert="horz" wrap="square" lIns="91439" tIns="91439" rIns="91439" bIns="91439" numCol="1" spcCol="38100" rtlCol="0" anchor="t">
        <a:spAutoFit/>
      </a:bodyPr>
      <a:lstStyle>
        <a:defPPr marL="0" marR="0" indent="0" algn="l" defTabSz="18288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000" b="0" i="0" u="none" strike="noStrike" cap="none" spc="-150" normalizeH="0" baseline="0">
            <a:ln>
              <a:noFill/>
            </a:ln>
            <a:solidFill>
              <a:srgbClr val="535353"/>
            </a:solidFill>
            <a:effectLst/>
            <a:uFillTx/>
            <a:latin typeface="Open Sans Light"/>
            <a:ea typeface="Open Sans Light"/>
            <a:cs typeface="Open Sans Light"/>
            <a:sym typeface="Open Sans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3.xml><?xml version="1.0" encoding="utf-8"?>
<a:theme xmlns:a="http://schemas.openxmlformats.org/drawingml/2006/main" name="Tema de Office">
  <a:themeElements>
    <a:clrScheme name="Tema de Offic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Tema de Office">
      <a:majorFont>
        <a:latin typeface="Open Sans"/>
        <a:ea typeface="Open Sans"/>
        <a:cs typeface="Open Sans"/>
      </a:majorFont>
      <a:minorFont>
        <a:latin typeface="Open Sans"/>
        <a:ea typeface="Open Sans"/>
        <a:cs typeface="Open Sans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3">
            <a:lumOff val="-12941"/>
          </a:schemeClr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63500" tIns="63500" rIns="63500" bIns="63500" numCol="1" spcCol="38100" rtlCol="0" anchor="ctr">
        <a:spAutoFit/>
      </a:bodyPr>
      <a:lstStyle>
        <a:defPPr marL="0" marR="0" indent="0" algn="ctr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4000" b="1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Open Sans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25400" cap="flat">
          <a:noFill/>
          <a:miter lim="400000"/>
        </a:ln>
        <a:effectLst/>
        <a:sp3d/>
      </a:spPr>
      <a:bodyPr rot="0" spcFirstLastPara="1" vertOverflow="overflow" horzOverflow="overflow" vert="horz" wrap="square" lIns="91439" tIns="91439" rIns="91439" bIns="91439" numCol="1" spcCol="38100" rtlCol="0" anchor="t">
        <a:spAutoFit/>
      </a:bodyPr>
      <a:lstStyle>
        <a:defPPr marL="0" marR="0" indent="0" algn="l" defTabSz="18288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000" b="0" i="0" u="none" strike="noStrike" cap="none" spc="-150" normalizeH="0" baseline="0">
            <a:ln>
              <a:noFill/>
            </a:ln>
            <a:solidFill>
              <a:srgbClr val="535353"/>
            </a:solidFill>
            <a:effectLst/>
            <a:uFillTx/>
            <a:latin typeface="Open Sans Light"/>
            <a:ea typeface="Open Sans Light"/>
            <a:cs typeface="Open Sans Light"/>
            <a:sym typeface="Open Sans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4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7BDD80B2DF3B4A48BEFAF9D653F7AB76" ma:contentTypeVersion="14" ma:contentTypeDescription="Crear nuevo documento." ma:contentTypeScope="" ma:versionID="dcd630353014c0794e9af5d3940c4355">
  <xsd:schema xmlns:xsd="http://www.w3.org/2001/XMLSchema" xmlns:xs="http://www.w3.org/2001/XMLSchema" xmlns:p="http://schemas.microsoft.com/office/2006/metadata/properties" xmlns:ns2="761aade0-c56a-4bfb-a3f4-7c00d91f8fba" xmlns:ns3="a4651164-0f15-4d13-a36d-0ab7743e2aa9" targetNamespace="http://schemas.microsoft.com/office/2006/metadata/properties" ma:root="true" ma:fieldsID="e1ade2dada4b80f15c88fdaed65ae374" ns2:_="" ns3:_="">
    <xsd:import namespace="761aade0-c56a-4bfb-a3f4-7c00d91f8fba"/>
    <xsd:import namespace="a4651164-0f15-4d13-a36d-0ab7743e2aa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ObjectDetectorVersion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61aade0-c56a-4bfb-a3f4-7c00d91f8fb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Etiquetas de imagen" ma:readOnly="false" ma:fieldId="{5cf76f15-5ced-4ddc-b409-7134ff3c332f}" ma:taxonomyMulti="true" ma:sspId="daa6bfef-be34-4cf6-a2a3-f19fab1f613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4651164-0f15-4d13-a36d-0ab7743e2aa9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CatchAll" ma:index="17" nillable="true" ma:displayName="Taxonomy Catch All Column" ma:hidden="true" ma:list="{533a76d4-bc2f-4f6e-81f1-bf3274ab5108}" ma:internalName="TaxCatchAll" ma:showField="CatchAllData" ma:web="a4651164-0f15-4d13-a36d-0ab7743e2aa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a4651164-0f15-4d13-a36d-0ab7743e2aa9" xsi:nil="true"/>
    <lcf76f155ced4ddcb4097134ff3c332f xmlns="761aade0-c56a-4bfb-a3f4-7c00d91f8fba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6963A65E-E95D-4135-95C3-2FE0B86CC7E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59EBE8E-6CFB-4DDB-B398-CE20A9044A7E}"/>
</file>

<file path=customXml/itemProps3.xml><?xml version="1.0" encoding="utf-8"?>
<ds:datastoreItem xmlns:ds="http://schemas.openxmlformats.org/officeDocument/2006/customXml" ds:itemID="{855A379D-26A7-4767-8B24-F1E49998E49D}">
  <ds:schemaRefs>
    <ds:schemaRef ds:uri="http://schemas.microsoft.com/office/2006/documentManagement/types"/>
    <ds:schemaRef ds:uri="http://schemas.microsoft.com/office/2006/metadata/properties"/>
    <ds:schemaRef ds:uri="http://purl.org/dc/terms/"/>
    <ds:schemaRef ds:uri="http://schemas.microsoft.com/office/infopath/2007/PartnerControls"/>
    <ds:schemaRef ds:uri="http://purl.org/dc/dcmitype/"/>
    <ds:schemaRef ds:uri="http://www.w3.org/XML/1998/namespace"/>
    <ds:schemaRef ds:uri="http://purl.org/dc/elements/1.1/"/>
    <ds:schemaRef ds:uri="http://schemas.openxmlformats.org/package/2006/metadata/core-properties"/>
    <ds:schemaRef ds:uri="761aade0-c56a-4bfb-a3f4-7c00d91f8fba"/>
    <ds:schemaRef ds:uri="83532b45-93b1-487b-8f20-74f965879f7b"/>
    <ds:schemaRef ds:uri="dc7d85ec-6b5b-4d07-9be9-6f4658e2a860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9318</TotalTime>
  <Words>186</Words>
  <Application>Microsoft Office PowerPoint</Application>
  <PresentationFormat>Personalizado</PresentationFormat>
  <Paragraphs>32</Paragraphs>
  <Slides>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5</vt:i4>
      </vt:variant>
    </vt:vector>
  </HeadingPairs>
  <TitlesOfParts>
    <vt:vector size="10" baseType="lpstr">
      <vt:lpstr>Arial</vt:lpstr>
      <vt:lpstr>Open Sans</vt:lpstr>
      <vt:lpstr>Open Sans Light</vt:lpstr>
      <vt:lpstr>Tema de Office</vt:lpstr>
      <vt:lpstr>1_Tema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Carmen González Chang</dc:creator>
  <cp:lastModifiedBy>Claudia Pavez Galleguillos</cp:lastModifiedBy>
  <cp:revision>257</cp:revision>
  <dcterms:modified xsi:type="dcterms:W3CDTF">2024-06-07T12:18:29Z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0x0101007BDD80B2DF3B4A48BEFAF9D653F7AB76</vt:lpwstr>
  </property>
  <property fmtid="{D5CDD505-2E9C-101B-9397-08002B2CF9AE}" pid="3" name="Order">
    <vt:r8>69366400</vt:r8>
  </property>
  <property fmtid="{D5CDD505-2E9C-101B-9397-08002B2CF9AE}" pid="4" name="Título">
    <vt:lpwstr>Presentación de PowerPoint</vt:lpwstr>
  </property>
  <property fmtid="{D5CDD505-2E9C-101B-9397-08002B2CF9AE}" pid="5" name="MediaServiceImageTags">
    <vt:lpwstr/>
  </property>
</Properties>
</file>